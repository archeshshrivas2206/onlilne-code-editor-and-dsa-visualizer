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
  </p:notesMasterIdLst>
  <p:handoutMasterIdLst>
    <p:handoutMasterId r:id="rId4"/>
  </p:handoutMasterIdLst>
  <p:sldIdLst>
    <p:sldId id="256" r:id="rId2"/>
  </p:sldIdLst>
  <p:sldSz cx="32918400" cy="32918400"/>
  <p:notesSz cx="37441188" cy="51206400"/>
  <p:embeddedFontLst>
    <p:embeddedFont>
      <p:font typeface="Quattrocento Sans" charset="0"/>
      <p:regular r:id="rId5"/>
      <p:bold r:id="rId6"/>
      <p:italic r:id="rId7"/>
      <p:boldItalic r:id="rId8"/>
    </p:embeddedFont>
    <p:embeddedFont>
      <p:font typeface="ＭＳ Ｐゴシック" pitchFamily="34" charset="-128"/>
      <p:regular r:id="rId9"/>
    </p:embeddedFont>
    <p:embeddedFont>
      <p:font typeface="Quattrocento" charset="0"/>
      <p:regular r:id="rId10"/>
      <p:bold r:id="rId11"/>
    </p:embeddedFont>
  </p:embeddedFontLst>
  <p:custDataLst>
    <p:tags r:id="rId12"/>
  </p:custDataLst>
  <p:defaultTextStyle>
    <a:defPPr>
      <a:defRPr lang="en-US"/>
    </a:defPPr>
    <a:lvl1pPr algn="l" rtl="0" fontAlgn="base">
      <a:spcBef>
        <a:spcPct val="0"/>
      </a:spcBef>
      <a:spcAft>
        <a:spcPct val="0"/>
      </a:spcAft>
      <a:defRPr sz="3000" kern="1200">
        <a:solidFill>
          <a:schemeClr val="tx1"/>
        </a:solidFill>
        <a:latin typeface="Arial"/>
        <a:ea typeface="+mn-ea"/>
        <a:cs typeface="+mn-cs"/>
      </a:defRPr>
    </a:lvl1pPr>
    <a:lvl2pPr marL="457200" algn="l" rtl="0" fontAlgn="base">
      <a:spcBef>
        <a:spcPct val="0"/>
      </a:spcBef>
      <a:spcAft>
        <a:spcPct val="0"/>
      </a:spcAft>
      <a:defRPr sz="3000" kern="1200">
        <a:solidFill>
          <a:schemeClr val="tx1"/>
        </a:solidFill>
        <a:latin typeface="Arial"/>
        <a:ea typeface="+mn-ea"/>
        <a:cs typeface="+mn-cs"/>
      </a:defRPr>
    </a:lvl2pPr>
    <a:lvl3pPr marL="914400" algn="l" rtl="0" fontAlgn="base">
      <a:spcBef>
        <a:spcPct val="0"/>
      </a:spcBef>
      <a:spcAft>
        <a:spcPct val="0"/>
      </a:spcAft>
      <a:defRPr sz="3000" kern="1200">
        <a:solidFill>
          <a:schemeClr val="tx1"/>
        </a:solidFill>
        <a:latin typeface="Arial"/>
        <a:ea typeface="+mn-ea"/>
        <a:cs typeface="+mn-cs"/>
      </a:defRPr>
    </a:lvl3pPr>
    <a:lvl4pPr marL="1371600" algn="l" rtl="0" fontAlgn="base">
      <a:spcBef>
        <a:spcPct val="0"/>
      </a:spcBef>
      <a:spcAft>
        <a:spcPct val="0"/>
      </a:spcAft>
      <a:defRPr sz="3000" kern="1200">
        <a:solidFill>
          <a:schemeClr val="tx1"/>
        </a:solidFill>
        <a:latin typeface="Arial"/>
        <a:ea typeface="+mn-ea"/>
        <a:cs typeface="+mn-cs"/>
      </a:defRPr>
    </a:lvl4pPr>
    <a:lvl5pPr marL="1828800" algn="l" rtl="0" fontAlgn="base">
      <a:spcBef>
        <a:spcPct val="0"/>
      </a:spcBef>
      <a:spcAft>
        <a:spcPct val="0"/>
      </a:spcAft>
      <a:defRPr sz="3000" kern="1200">
        <a:solidFill>
          <a:schemeClr val="tx1"/>
        </a:solidFill>
        <a:latin typeface="Arial"/>
        <a:ea typeface="+mn-ea"/>
        <a:cs typeface="+mn-cs"/>
      </a:defRPr>
    </a:lvl5pPr>
    <a:lvl6pPr marL="2286000" algn="l" defTabSz="914400" rtl="0" eaLnBrk="1" latinLnBrk="0" hangingPunct="1">
      <a:defRPr sz="3000" kern="1200">
        <a:solidFill>
          <a:schemeClr val="tx1"/>
        </a:solidFill>
        <a:latin typeface="Arial"/>
        <a:ea typeface="+mn-ea"/>
        <a:cs typeface="+mn-cs"/>
      </a:defRPr>
    </a:lvl6pPr>
    <a:lvl7pPr marL="2743200" algn="l" defTabSz="914400" rtl="0" eaLnBrk="1" latinLnBrk="0" hangingPunct="1">
      <a:defRPr sz="3000" kern="1200">
        <a:solidFill>
          <a:schemeClr val="tx1"/>
        </a:solidFill>
        <a:latin typeface="Arial"/>
        <a:ea typeface="+mn-ea"/>
        <a:cs typeface="+mn-cs"/>
      </a:defRPr>
    </a:lvl7pPr>
    <a:lvl8pPr marL="3200400" algn="l" defTabSz="914400" rtl="0" eaLnBrk="1" latinLnBrk="0" hangingPunct="1">
      <a:defRPr sz="3000" kern="1200">
        <a:solidFill>
          <a:schemeClr val="tx1"/>
        </a:solidFill>
        <a:latin typeface="Arial"/>
        <a:ea typeface="+mn-ea"/>
        <a:cs typeface="+mn-cs"/>
      </a:defRPr>
    </a:lvl8pPr>
    <a:lvl9pPr marL="3657600" algn="l" defTabSz="914400" rtl="0" eaLnBrk="1" latinLnBrk="0" hangingPunct="1">
      <a:defRPr sz="3000" kern="1200">
        <a:solidFill>
          <a:schemeClr val="tx1"/>
        </a:solidFill>
        <a:latin typeface="Arial"/>
        <a:ea typeface="+mn-ea"/>
        <a:cs typeface="+mn-cs"/>
      </a:defRPr>
    </a:lvl9pPr>
  </p:defaultTextStyle>
  <p:extLst>
    <p:ext uri="{EFAFB233-063F-42B5-8137-9DF3F51BA10A}">
      <p15:sldGuideLst xmlns="" xmlns:p15="http://schemas.microsoft.com/office/powerpoint/2012/main">
        <p15:guide id="1" orient="horz" pos="9552" userDrawn="1">
          <p15:clr>
            <a:srgbClr val="A4A3A4"/>
          </p15:clr>
        </p15:guide>
        <p15:guide id="2" pos="192" userDrawn="1">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4660" autoAdjust="0"/>
  </p:normalViewPr>
  <p:slideViewPr>
    <p:cSldViewPr>
      <p:cViewPr>
        <p:scale>
          <a:sx n="33" d="100"/>
          <a:sy n="33" d="100"/>
        </p:scale>
        <p:origin x="-320" y="3896"/>
      </p:cViewPr>
      <p:guideLst>
        <p:guide orient="horz" pos="9552"/>
        <p:guide pos="192"/>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3.fntdata"/><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5" Type="http://schemas.openxmlformats.org/officeDocument/2006/relationships/font" Target="fonts/font1.fntdata"/><Relationship Id="rId15" Type="http://schemas.openxmlformats.org/officeDocument/2006/relationships/theme" Target="theme/theme1.xml"/><Relationship Id="rId10" Type="http://schemas.openxmlformats.org/officeDocument/2006/relationships/font" Target="fonts/font6.fntdata"/><Relationship Id="rId4" Type="http://schemas.openxmlformats.org/officeDocument/2006/relationships/handoutMaster" Target="handoutMasters/handoutMaster1.xml"/><Relationship Id="rId9" Type="http://schemas.openxmlformats.org/officeDocument/2006/relationships/font" Target="fonts/font5.fntdata"/><Relationship Id="rId14" Type="http://schemas.openxmlformats.org/officeDocument/2006/relationships/viewProps" Target="viewProp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1026"/>
          <p:cNvSpPr>
            <a:spLocks noGrp="1" noChangeArrowheads="1"/>
          </p:cNvSpPr>
          <p:nvPr>
            <p:ph type="hdr" sz="quarter"/>
          </p:nvPr>
        </p:nvSpPr>
        <p:spPr bwMode="auto">
          <a:xfrm>
            <a:off x="0" y="0"/>
            <a:ext cx="16224250" cy="2827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37031" tIns="268519" rIns="537031" bIns="268519" anchor="t" anchorCtr="0" compatLnSpc="1">
            <a:prstTxWarp prst="textNoShape">
              <a:avLst/>
            </a:prstTxWarp>
          </a:bodyPr>
          <a:lstStyle>
            <a:defPPr>
              <a:defRPr kern="1200"/>
            </a:defPPr>
            <a:lvl1pPr defTabSz="5373688">
              <a:defRPr sz="7100" smtClean="0"/>
            </a:lvl1pPr>
          </a:lstStyle>
          <a:p>
            <a:pPr>
              <a:defRPr/>
            </a:pPr>
            <a:endParaRPr lang="en-US"/>
          </a:p>
        </p:txBody>
      </p:sp>
      <p:sp>
        <p:nvSpPr>
          <p:cNvPr id="4099" name="Rectangle 1027"/>
          <p:cNvSpPr>
            <a:spLocks noGrp="1" noChangeArrowheads="1"/>
          </p:cNvSpPr>
          <p:nvPr>
            <p:ph type="dt" sz="quarter" idx="1"/>
          </p:nvPr>
        </p:nvSpPr>
        <p:spPr bwMode="auto">
          <a:xfrm>
            <a:off x="21216938" y="0"/>
            <a:ext cx="16224250" cy="2827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37031" tIns="268519" rIns="537031" bIns="268519" anchor="t" anchorCtr="0" compatLnSpc="1">
            <a:prstTxWarp prst="textNoShape">
              <a:avLst/>
            </a:prstTxWarp>
          </a:bodyPr>
          <a:lstStyle>
            <a:defPPr>
              <a:defRPr kern="1200"/>
            </a:defPPr>
            <a:lvl1pPr algn="r" defTabSz="5373688">
              <a:defRPr sz="7100" smtClean="0"/>
            </a:lvl1pPr>
          </a:lstStyle>
          <a:p>
            <a:pPr>
              <a:defRPr/>
            </a:pPr>
            <a:endParaRPr lang="en-US"/>
          </a:p>
        </p:txBody>
      </p:sp>
      <p:sp>
        <p:nvSpPr>
          <p:cNvPr id="4100" name="Rectangle 1028"/>
          <p:cNvSpPr>
            <a:spLocks noGrp="1" noChangeArrowheads="1"/>
          </p:cNvSpPr>
          <p:nvPr>
            <p:ph type="ftr" sz="quarter" idx="2"/>
          </p:nvPr>
        </p:nvSpPr>
        <p:spPr bwMode="auto">
          <a:xfrm>
            <a:off x="0" y="53722588"/>
            <a:ext cx="16224250" cy="2827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37031" tIns="268519" rIns="537031" bIns="268519" anchor="b" anchorCtr="0" compatLnSpc="1">
            <a:prstTxWarp prst="textNoShape">
              <a:avLst/>
            </a:prstTxWarp>
          </a:bodyPr>
          <a:lstStyle>
            <a:defPPr>
              <a:defRPr kern="1200"/>
            </a:defPPr>
            <a:lvl1pPr defTabSz="5373688">
              <a:defRPr sz="7100" smtClean="0"/>
            </a:lvl1pPr>
          </a:lstStyle>
          <a:p>
            <a:pPr>
              <a:defRPr/>
            </a:pPr>
            <a:endParaRPr lang="en-US"/>
          </a:p>
        </p:txBody>
      </p:sp>
      <p:sp>
        <p:nvSpPr>
          <p:cNvPr id="4101" name="Rectangle 1029"/>
          <p:cNvSpPr>
            <a:spLocks noGrp="1" noChangeArrowheads="1"/>
          </p:cNvSpPr>
          <p:nvPr>
            <p:ph type="sldNum" sz="quarter" idx="3"/>
          </p:nvPr>
        </p:nvSpPr>
        <p:spPr bwMode="auto">
          <a:xfrm>
            <a:off x="21216938" y="53722588"/>
            <a:ext cx="16224250" cy="2827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37031" tIns="268519" rIns="537031" bIns="268519" anchor="b" anchorCtr="0" compatLnSpc="1">
            <a:prstTxWarp prst="textNoShape">
              <a:avLst/>
            </a:prstTxWarp>
          </a:bodyPr>
          <a:lstStyle>
            <a:defPPr>
              <a:defRPr kern="1200"/>
            </a:defPPr>
            <a:lvl1pPr algn="r" defTabSz="5373688">
              <a:defRPr sz="7100" smtClean="0"/>
            </a:lvl1pPr>
          </a:lstStyle>
          <a:p>
            <a:pPr>
              <a:defRPr/>
            </a:pPr>
            <a:fld id="{C3821831-2B9E-4755-9FF2-D0B0BEF81726}" type="slidenum">
              <a:rPr lang="en-US"/>
              <a:pPr>
                <a:defRPr/>
              </a:pPr>
              <a:t>‹#›</a:t>
            </a:fld>
            <a:endParaRPr lang="en-US"/>
          </a:p>
        </p:txBody>
      </p:sp>
    </p:spTree>
    <p:extLst>
      <p:ext uri="{BB962C8B-B14F-4D97-AF65-F5344CB8AC3E}">
        <p14:creationId xmlns:p14="http://schemas.microsoft.com/office/powerpoint/2010/main" val="22441688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16224250" cy="2827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39231" tIns="269615" rIns="539231" bIns="269615" anchor="t" anchorCtr="0" compatLnSpc="1">
            <a:prstTxWarp prst="textNoShape">
              <a:avLst/>
            </a:prstTxWarp>
          </a:bodyPr>
          <a:lstStyle>
            <a:defPPr>
              <a:defRPr kern="1200"/>
            </a:defPPr>
            <a:lvl1pPr defTabSz="5392738">
              <a:defRPr sz="7100" smtClean="0"/>
            </a:lvl1pPr>
          </a:lstStyle>
          <a:p>
            <a:pPr>
              <a:defRPr/>
            </a:pPr>
            <a:endParaRPr lang="en-US"/>
          </a:p>
        </p:txBody>
      </p:sp>
      <p:sp>
        <p:nvSpPr>
          <p:cNvPr id="17411" name="Rectangle 3"/>
          <p:cNvSpPr>
            <a:spLocks noGrp="1" noChangeArrowheads="1"/>
          </p:cNvSpPr>
          <p:nvPr>
            <p:ph type="dt" idx="1"/>
          </p:nvPr>
        </p:nvSpPr>
        <p:spPr bwMode="auto">
          <a:xfrm>
            <a:off x="21207412" y="0"/>
            <a:ext cx="16225838" cy="2827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39231" tIns="269615" rIns="539231" bIns="269615" anchor="t" anchorCtr="0" compatLnSpc="1">
            <a:prstTxWarp prst="textNoShape">
              <a:avLst/>
            </a:prstTxWarp>
          </a:bodyPr>
          <a:lstStyle>
            <a:defPPr>
              <a:defRPr kern="1200"/>
            </a:defPPr>
            <a:lvl1pPr algn="r" defTabSz="5392738">
              <a:defRPr sz="7100" smtClean="0"/>
            </a:lvl1pPr>
          </a:lstStyle>
          <a:p>
            <a:pPr>
              <a:defRPr/>
            </a:pPr>
            <a:endParaRPr lang="en-US"/>
          </a:p>
        </p:txBody>
      </p:sp>
      <p:sp>
        <p:nvSpPr>
          <p:cNvPr id="3076" name="Rectangle 4"/>
          <p:cNvSpPr>
            <a:spLocks noGrp="1" noRot="1" noChangeAspect="1" noChangeArrowheads="1" noTextEdit="1"/>
          </p:cNvSpPr>
          <p:nvPr>
            <p:ph type="sldImg" idx="2"/>
          </p:nvPr>
        </p:nvSpPr>
        <p:spPr bwMode="auto">
          <a:xfrm>
            <a:off x="8116888" y="4241800"/>
            <a:ext cx="21207412" cy="2120582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413" name="Rectangle 5"/>
          <p:cNvSpPr>
            <a:spLocks noGrp="1" noChangeArrowheads="1"/>
          </p:cNvSpPr>
          <p:nvPr>
            <p:ph type="body" sz="quarter" idx="3"/>
          </p:nvPr>
        </p:nvSpPr>
        <p:spPr bwMode="auto">
          <a:xfrm>
            <a:off x="3744913" y="26860500"/>
            <a:ext cx="29952950" cy="25447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39231" tIns="269615" rIns="539231" bIns="269615" anchor="t" anchorCtr="0" compatLnSpc="1">
            <a:prstTxWarp prst="textNoShape">
              <a:avLst/>
            </a:prstTxWarp>
          </a:bodyPr>
          <a:lstStyle>
            <a:defPPr>
              <a:defRPr kern="1200"/>
            </a:def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p:cNvSpPr>
            <a:spLocks noGrp="1" noChangeArrowheads="1"/>
          </p:cNvSpPr>
          <p:nvPr>
            <p:ph type="ftr" sz="quarter" idx="4"/>
          </p:nvPr>
        </p:nvSpPr>
        <p:spPr bwMode="auto">
          <a:xfrm>
            <a:off x="0" y="53713062"/>
            <a:ext cx="16224250" cy="2827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39231" tIns="269615" rIns="539231" bIns="269615" anchor="b" anchorCtr="0" compatLnSpc="1">
            <a:prstTxWarp prst="textNoShape">
              <a:avLst/>
            </a:prstTxWarp>
          </a:bodyPr>
          <a:lstStyle>
            <a:defPPr>
              <a:defRPr kern="1200"/>
            </a:defPPr>
            <a:lvl1pPr defTabSz="5392738">
              <a:defRPr sz="7100" smtClean="0"/>
            </a:lvl1pPr>
          </a:lstStyle>
          <a:p>
            <a:pPr>
              <a:defRPr/>
            </a:pPr>
            <a:endParaRPr lang="en-US"/>
          </a:p>
        </p:txBody>
      </p:sp>
      <p:sp>
        <p:nvSpPr>
          <p:cNvPr id="17415" name="Rectangle 7"/>
          <p:cNvSpPr>
            <a:spLocks noGrp="1" noChangeArrowheads="1"/>
          </p:cNvSpPr>
          <p:nvPr>
            <p:ph type="sldNum" sz="quarter" idx="5"/>
          </p:nvPr>
        </p:nvSpPr>
        <p:spPr bwMode="auto">
          <a:xfrm>
            <a:off x="21207412" y="53713062"/>
            <a:ext cx="16225838" cy="2827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39231" tIns="269615" rIns="539231" bIns="269615" anchor="b" anchorCtr="0" compatLnSpc="1">
            <a:prstTxWarp prst="textNoShape">
              <a:avLst/>
            </a:prstTxWarp>
          </a:bodyPr>
          <a:lstStyle>
            <a:defPPr>
              <a:defRPr kern="1200"/>
            </a:defPPr>
            <a:lvl1pPr algn="r" defTabSz="5392738">
              <a:defRPr sz="7100" smtClean="0"/>
            </a:lvl1pPr>
          </a:lstStyle>
          <a:p>
            <a:pPr>
              <a:defRPr/>
            </a:pPr>
            <a:fld id="{A7A3E3C6-57BD-4827-A686-7B170B46C045}" type="slidenum">
              <a:rPr lang="en-US"/>
              <a:pPr>
                <a:defRPr/>
              </a:pPr>
              <a:t>‹#›</a:t>
            </a:fld>
            <a:endParaRPr lang="en-US"/>
          </a:p>
        </p:txBody>
      </p:sp>
    </p:spTree>
    <p:extLst>
      <p:ext uri="{BB962C8B-B14F-4D97-AF65-F5344CB8AC3E}">
        <p14:creationId xmlns:p14="http://schemas.microsoft.com/office/powerpoint/2010/main" val="16687350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a:ea typeface="+mn-ea"/>
        <a:cs typeface="+mn-cs"/>
      </a:defRPr>
    </a:lvl1pPr>
    <a:lvl2pPr marL="457200" algn="l" rtl="0" eaLnBrk="0" fontAlgn="base" hangingPunct="0">
      <a:spcBef>
        <a:spcPct val="30000"/>
      </a:spcBef>
      <a:spcAft>
        <a:spcPct val="0"/>
      </a:spcAft>
      <a:defRPr sz="1200" kern="1200">
        <a:solidFill>
          <a:schemeClr val="tx1"/>
        </a:solidFill>
        <a:latin typeface="Arial"/>
        <a:ea typeface="+mn-ea"/>
        <a:cs typeface="+mn-cs"/>
      </a:defRPr>
    </a:lvl2pPr>
    <a:lvl3pPr marL="914400" algn="l" rtl="0" eaLnBrk="0" fontAlgn="base" hangingPunct="0">
      <a:spcBef>
        <a:spcPct val="30000"/>
      </a:spcBef>
      <a:spcAft>
        <a:spcPct val="0"/>
      </a:spcAft>
      <a:defRPr sz="1200" kern="1200">
        <a:solidFill>
          <a:schemeClr val="tx1"/>
        </a:solidFill>
        <a:latin typeface="Arial"/>
        <a:ea typeface="+mn-ea"/>
        <a:cs typeface="+mn-cs"/>
      </a:defRPr>
    </a:lvl3pPr>
    <a:lvl4pPr marL="1371600" algn="l" rtl="0" eaLnBrk="0" fontAlgn="base" hangingPunct="0">
      <a:spcBef>
        <a:spcPct val="30000"/>
      </a:spcBef>
      <a:spcAft>
        <a:spcPct val="0"/>
      </a:spcAft>
      <a:defRPr sz="1200" kern="1200">
        <a:solidFill>
          <a:schemeClr val="tx1"/>
        </a:solidFill>
        <a:latin typeface="Arial"/>
        <a:ea typeface="+mn-ea"/>
        <a:cs typeface="+mn-cs"/>
      </a:defRPr>
    </a:lvl4pPr>
    <a:lvl5pPr marL="1828800" algn="l" rtl="0" eaLnBrk="0" fontAlgn="base" hangingPunct="0">
      <a:spcBef>
        <a:spcPct val="30000"/>
      </a:spcBef>
      <a:spcAft>
        <a:spcPct val="0"/>
      </a:spcAft>
      <a:defRPr sz="1200" kern="1200">
        <a:solidFill>
          <a:schemeClr val="tx1"/>
        </a:solidFill>
        <a:latin typeface="Arial"/>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defPPr>
              <a:defRPr kern="1200"/>
            </a:defPPr>
            <a:lvl1pPr defTabSz="5392738" eaLnBrk="0" hangingPunct="0">
              <a:defRPr sz="3000">
                <a:solidFill>
                  <a:schemeClr val="tx1"/>
                </a:solidFill>
                <a:latin typeface="Arial"/>
              </a:defRPr>
            </a:lvl1pPr>
            <a:lvl2pPr marL="742950" indent="-285750" defTabSz="5392738" eaLnBrk="0" hangingPunct="0">
              <a:defRPr sz="3000">
                <a:solidFill>
                  <a:schemeClr val="tx1"/>
                </a:solidFill>
                <a:latin typeface="Arial"/>
              </a:defRPr>
            </a:lvl2pPr>
            <a:lvl3pPr marL="1143000" indent="-228600" defTabSz="5392738" eaLnBrk="0" hangingPunct="0">
              <a:defRPr sz="3000">
                <a:solidFill>
                  <a:schemeClr val="tx1"/>
                </a:solidFill>
                <a:latin typeface="Arial"/>
              </a:defRPr>
            </a:lvl3pPr>
            <a:lvl4pPr marL="1600200" indent="-228600" defTabSz="5392738" eaLnBrk="0" hangingPunct="0">
              <a:defRPr sz="3000">
                <a:solidFill>
                  <a:schemeClr val="tx1"/>
                </a:solidFill>
                <a:latin typeface="Arial"/>
              </a:defRPr>
            </a:lvl4pPr>
            <a:lvl5pPr marL="2057400" indent="-228600" defTabSz="5392738" eaLnBrk="0" hangingPunct="0">
              <a:defRPr sz="3000">
                <a:solidFill>
                  <a:schemeClr val="tx1"/>
                </a:solidFill>
                <a:latin typeface="Arial"/>
              </a:defRPr>
            </a:lvl5pPr>
            <a:lvl6pPr marL="2514600" indent="-228600" defTabSz="5392738" eaLnBrk="0" fontAlgn="base" hangingPunct="0">
              <a:spcBef>
                <a:spcPct val="0"/>
              </a:spcBef>
              <a:spcAft>
                <a:spcPct val="0"/>
              </a:spcAft>
              <a:defRPr sz="3000">
                <a:solidFill>
                  <a:schemeClr val="tx1"/>
                </a:solidFill>
                <a:latin typeface="Arial"/>
              </a:defRPr>
            </a:lvl6pPr>
            <a:lvl7pPr marL="2971800" indent="-228600" defTabSz="5392738" eaLnBrk="0" fontAlgn="base" hangingPunct="0">
              <a:spcBef>
                <a:spcPct val="0"/>
              </a:spcBef>
              <a:spcAft>
                <a:spcPct val="0"/>
              </a:spcAft>
              <a:defRPr sz="3000">
                <a:solidFill>
                  <a:schemeClr val="tx1"/>
                </a:solidFill>
                <a:latin typeface="Arial"/>
              </a:defRPr>
            </a:lvl7pPr>
            <a:lvl8pPr marL="3429000" indent="-228600" defTabSz="5392738" eaLnBrk="0" fontAlgn="base" hangingPunct="0">
              <a:spcBef>
                <a:spcPct val="0"/>
              </a:spcBef>
              <a:spcAft>
                <a:spcPct val="0"/>
              </a:spcAft>
              <a:defRPr sz="3000">
                <a:solidFill>
                  <a:schemeClr val="tx1"/>
                </a:solidFill>
                <a:latin typeface="Arial"/>
              </a:defRPr>
            </a:lvl8pPr>
            <a:lvl9pPr marL="3886200" indent="-228600" defTabSz="5392738" eaLnBrk="0" fontAlgn="base" hangingPunct="0">
              <a:spcBef>
                <a:spcPct val="0"/>
              </a:spcBef>
              <a:spcAft>
                <a:spcPct val="0"/>
              </a:spcAft>
              <a:defRPr sz="3000">
                <a:solidFill>
                  <a:schemeClr val="tx1"/>
                </a:solidFill>
                <a:latin typeface="Arial"/>
              </a:defRPr>
            </a:lvl9pPr>
          </a:lstStyle>
          <a:p>
            <a:pPr eaLnBrk="1" hangingPunct="1"/>
            <a:fld id="{8013D4E7-0005-4E28-B809-46F629ED953E}" type="slidenum">
              <a:rPr lang="en-US" sz="7100"/>
              <a:pPr eaLnBrk="1" hangingPunct="1"/>
              <a:t>1</a:t>
            </a:fld>
            <a:endParaRPr lang="en-US" sz="7100"/>
          </a:p>
        </p:txBody>
      </p:sp>
      <p:sp>
        <p:nvSpPr>
          <p:cNvPr id="4099" name="Rectangle 2"/>
          <p:cNvSpPr>
            <a:spLocks noGrp="1" noRot="1" noChangeAspect="1" noChangeArrowheads="1" noTextEdit="1"/>
          </p:cNvSpPr>
          <p:nvPr>
            <p:ph type="sldImg"/>
          </p:nvPr>
        </p:nvSpPr>
        <p:spPr>
          <a:xfrm>
            <a:off x="8116888" y="4241800"/>
            <a:ext cx="21207412" cy="21205825"/>
          </a:xfrm>
        </p:spPr>
      </p:sp>
      <p:sp>
        <p:nvSpPr>
          <p:cNvPr id="4100" name="Rectangle 3"/>
          <p:cNvSpPr>
            <a:spLocks noGrp="1" noChangeArrowheads="1"/>
          </p:cNvSpPr>
          <p:nvPr>
            <p:ph type="body" idx="1"/>
          </p:nvPr>
        </p:nvSpPr>
        <p:spPr>
          <a:noFill/>
        </p:spPr>
        <p:txBody>
          <a:bodyPr/>
          <a:lstStyle>
            <a:defPPr>
              <a:defRPr kern="1200"/>
            </a:defP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356" y="10226675"/>
            <a:ext cx="27979688" cy="7054850"/>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7523" y="18653125"/>
            <a:ext cx="23043356" cy="8413750"/>
          </a:xfrm>
        </p:spPr>
        <p:txBody>
          <a:bodyPr/>
          <a:lstStyle>
            <a:defPPr>
              <a:defRPr kern="1200"/>
            </a:defPPr>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44064D7D-464A-4708-9759-403F89E21017}" type="slidenum">
              <a:rPr lang="en-US"/>
              <a:pPr>
                <a:defRPr/>
              </a:pPr>
              <a:t>‹#›</a:t>
            </a:fld>
            <a:endParaRPr lang="en-US"/>
          </a:p>
        </p:txBody>
      </p:sp>
    </p:spTree>
    <p:extLst>
      <p:ext uri="{BB962C8B-B14F-4D97-AF65-F5344CB8AC3E}">
        <p14:creationId xmlns:p14="http://schemas.microsoft.com/office/powerpoint/2010/main" val="15817560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B78A6E67-DA7B-4FCC-A18A-FC7C8A034C4D}" type="slidenum">
              <a:rPr lang="en-US"/>
              <a:pPr>
                <a:defRPr/>
              </a:pPr>
              <a:t>‹#›</a:t>
            </a:fld>
            <a:endParaRPr lang="en-US"/>
          </a:p>
        </p:txBody>
      </p:sp>
    </p:spTree>
    <p:extLst>
      <p:ext uri="{BB962C8B-B14F-4D97-AF65-F5344CB8AC3E}">
        <p14:creationId xmlns:p14="http://schemas.microsoft.com/office/powerpoint/2010/main" val="105421884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21153439"/>
            <a:ext cx="27980878" cy="6537325"/>
          </a:xfrm>
        </p:spPr>
        <p:txBody>
          <a:bodyPr anchor="t"/>
          <a:lstStyle>
            <a:defPPr>
              <a:defRPr kern="1200"/>
            </a:defPPr>
            <a:lvl1pPr algn="l">
              <a:defRPr sz="3000" b="1" cap="all"/>
            </a:lvl1pPr>
          </a:lstStyle>
          <a:p>
            <a:r>
              <a:rPr lang="en-US"/>
              <a:t>Click to edit Master title style</a:t>
            </a:r>
          </a:p>
        </p:txBody>
      </p:sp>
      <p:sp>
        <p:nvSpPr>
          <p:cNvPr id="3" name="Text Placeholder 2"/>
          <p:cNvSpPr>
            <a:spLocks noGrp="1"/>
          </p:cNvSpPr>
          <p:nvPr>
            <p:ph type="body" idx="1"/>
          </p:nvPr>
        </p:nvSpPr>
        <p:spPr>
          <a:xfrm>
            <a:off x="2600325" y="13952538"/>
            <a:ext cx="27980878" cy="7200900"/>
          </a:xfrm>
        </p:spPr>
        <p:txBody>
          <a:bodyPr anchor="b"/>
          <a:lstStyle>
            <a:defPPr>
              <a:defRPr kern="1200"/>
            </a:defPPr>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9AB7E099-5C0A-4709-9BBB-71DECD41AB32}" type="slidenum">
              <a:rPr lang="en-US"/>
              <a:pPr>
                <a:defRPr/>
              </a:pPr>
              <a:t>‹#›</a:t>
            </a:fld>
            <a:endParaRPr lang="en-US"/>
          </a:p>
        </p:txBody>
      </p:sp>
    </p:spTree>
    <p:extLst>
      <p:ext uri="{BB962C8B-B14F-4D97-AF65-F5344CB8AC3E}">
        <p14:creationId xmlns:p14="http://schemas.microsoft.com/office/powerpoint/2010/main" val="307209019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1646635" y="7681913"/>
            <a:ext cx="14755416" cy="21724938"/>
          </a:xfrm>
        </p:spPr>
        <p:txBody>
          <a:bodyPr/>
          <a:lstStyle>
            <a:defPPr>
              <a:defRPr kern="1200"/>
            </a:defPPr>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16352" y="7681913"/>
            <a:ext cx="14756606" cy="21724938"/>
          </a:xfrm>
        </p:spPr>
        <p:txBody>
          <a:bodyPr/>
          <a:lstStyle>
            <a:defPPr>
              <a:defRPr kern="1200"/>
            </a:defPPr>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B03D45C2-6D5F-448B-95B1-CD0C53878048}" type="slidenum">
              <a:rPr lang="en-US"/>
              <a:pPr>
                <a:defRPr/>
              </a:pPr>
              <a:t>‹#›</a:t>
            </a:fld>
            <a:endParaRPr lang="en-US"/>
          </a:p>
        </p:txBody>
      </p:sp>
    </p:spTree>
    <p:extLst>
      <p:ext uri="{BB962C8B-B14F-4D97-AF65-F5344CB8AC3E}">
        <p14:creationId xmlns:p14="http://schemas.microsoft.com/office/powerpoint/2010/main" val="261684679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45444" y="1317625"/>
            <a:ext cx="29627512" cy="5486400"/>
          </a:xfrm>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5444" y="7369176"/>
            <a:ext cx="14544675" cy="3070225"/>
          </a:xfrm>
        </p:spPr>
        <p:txBody>
          <a:bodyPr anchor="b"/>
          <a:lstStyle>
            <a:defPPr>
              <a:defRPr kern="1200"/>
            </a:defPPr>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645444" y="10439400"/>
            <a:ext cx="14544675" cy="18965862"/>
          </a:xfrm>
        </p:spPr>
        <p:txBody>
          <a:bodyPr/>
          <a:lstStyle>
            <a:defPPr>
              <a:defRPr kern="1200"/>
            </a:defPPr>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328" y="7369176"/>
            <a:ext cx="14550630" cy="3070225"/>
          </a:xfrm>
        </p:spPr>
        <p:txBody>
          <a:bodyPr anchor="b"/>
          <a:lstStyle>
            <a:defPPr>
              <a:defRPr kern="1200"/>
            </a:defPPr>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16722328" y="10439400"/>
            <a:ext cx="14550630" cy="18965862"/>
          </a:xfrm>
        </p:spPr>
        <p:txBody>
          <a:bodyPr/>
          <a:lstStyle>
            <a:defPPr>
              <a:defRPr kern="1200"/>
            </a:defPPr>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18610943-C3CC-4B71-9F28-BF9409E4CB80}" type="slidenum">
              <a:rPr lang="en-US"/>
              <a:pPr>
                <a:defRPr/>
              </a:pPr>
              <a:t>‹#›</a:t>
            </a:fld>
            <a:endParaRPr lang="en-US"/>
          </a:p>
        </p:txBody>
      </p:sp>
    </p:spTree>
    <p:extLst>
      <p:ext uri="{BB962C8B-B14F-4D97-AF65-F5344CB8AC3E}">
        <p14:creationId xmlns:p14="http://schemas.microsoft.com/office/powerpoint/2010/main" val="51920360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6D78326B-3987-4EE9-9239-5FDA69C8126D}" type="slidenum">
              <a:rPr lang="en-US"/>
              <a:pPr>
                <a:defRPr/>
              </a:pPr>
              <a:t>‹#›</a:t>
            </a:fld>
            <a:endParaRPr lang="en-US"/>
          </a:p>
        </p:txBody>
      </p:sp>
    </p:spTree>
    <p:extLst>
      <p:ext uri="{BB962C8B-B14F-4D97-AF65-F5344CB8AC3E}">
        <p14:creationId xmlns:p14="http://schemas.microsoft.com/office/powerpoint/2010/main" val="300230409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61F3B20C-577A-4608-AF62-749557E31E38}" type="slidenum">
              <a:rPr lang="en-US"/>
              <a:pPr>
                <a:defRPr/>
              </a:pPr>
              <a:t>‹#›</a:t>
            </a:fld>
            <a:endParaRPr lang="en-US"/>
          </a:p>
        </p:txBody>
      </p:sp>
    </p:spTree>
    <p:extLst>
      <p:ext uri="{BB962C8B-B14F-4D97-AF65-F5344CB8AC3E}">
        <p14:creationId xmlns:p14="http://schemas.microsoft.com/office/powerpoint/2010/main" val="404007807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444" y="1311275"/>
            <a:ext cx="10829925" cy="5576888"/>
          </a:xfrm>
        </p:spPr>
        <p:txBody>
          <a:bodyPr anchor="b"/>
          <a:lstStyle>
            <a:defPPr>
              <a:defRPr kern="1200"/>
            </a:defPPr>
            <a:lvl1pPr algn="l">
              <a:defRPr sz="1500" b="1"/>
            </a:lvl1pPr>
          </a:lstStyle>
          <a:p>
            <a:r>
              <a:rPr lang="en-US"/>
              <a:t>Click to edit Master title style</a:t>
            </a:r>
          </a:p>
        </p:txBody>
      </p:sp>
      <p:sp>
        <p:nvSpPr>
          <p:cNvPr id="3" name="Content Placeholder 2"/>
          <p:cNvSpPr>
            <a:spLocks noGrp="1"/>
          </p:cNvSpPr>
          <p:nvPr>
            <p:ph idx="1"/>
          </p:nvPr>
        </p:nvSpPr>
        <p:spPr>
          <a:xfrm>
            <a:off x="12870656" y="1311275"/>
            <a:ext cx="18402300" cy="28093988"/>
          </a:xfrm>
        </p:spPr>
        <p:txBody>
          <a:bodyPr/>
          <a:lstStyle>
            <a:defPPr>
              <a:defRPr kern="1200"/>
            </a:defPPr>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444" y="6888163"/>
            <a:ext cx="10829925" cy="22517100"/>
          </a:xfrm>
        </p:spPr>
        <p:txBody>
          <a:bodyPr/>
          <a:lstStyle>
            <a:defPPr>
              <a:defRPr kern="1200"/>
            </a:defPPr>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87CA0EE2-436D-4402-9038-3DA719D297AD}" type="slidenum">
              <a:rPr lang="en-US"/>
              <a:pPr>
                <a:defRPr/>
              </a:pPr>
              <a:t>‹#›</a:t>
            </a:fld>
            <a:endParaRPr lang="en-US"/>
          </a:p>
        </p:txBody>
      </p:sp>
    </p:spTree>
    <p:extLst>
      <p:ext uri="{BB962C8B-B14F-4D97-AF65-F5344CB8AC3E}">
        <p14:creationId xmlns:p14="http://schemas.microsoft.com/office/powerpoint/2010/main" val="23609663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997" y="23042562"/>
            <a:ext cx="19751280" cy="2720975"/>
          </a:xfrm>
        </p:spPr>
        <p:txBody>
          <a:bodyPr anchor="b"/>
          <a:lstStyle>
            <a:defPPr>
              <a:defRPr kern="1200"/>
            </a:defPPr>
            <a:lvl1pPr algn="l">
              <a:defRPr sz="1500" b="1"/>
            </a:lvl1pPr>
          </a:lstStyle>
          <a:p>
            <a:r>
              <a:rPr lang="en-US"/>
              <a:t>Click to edit Master title style</a:t>
            </a:r>
          </a:p>
        </p:txBody>
      </p:sp>
      <p:sp>
        <p:nvSpPr>
          <p:cNvPr id="3" name="Picture Placeholder 2"/>
          <p:cNvSpPr>
            <a:spLocks noGrp="1"/>
          </p:cNvSpPr>
          <p:nvPr>
            <p:ph type="pic" idx="1"/>
          </p:nvPr>
        </p:nvSpPr>
        <p:spPr>
          <a:xfrm>
            <a:off x="6451997" y="2941638"/>
            <a:ext cx="19751280" cy="19750088"/>
          </a:xfrm>
        </p:spPr>
        <p:txBody>
          <a:bodyPr/>
          <a:lstStyle>
            <a:defPPr>
              <a:defRPr kern="1200"/>
            </a:defPPr>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6451997" y="25763539"/>
            <a:ext cx="19751280" cy="3862387"/>
          </a:xfrm>
        </p:spPr>
        <p:txBody>
          <a:bodyPr/>
          <a:lstStyle>
            <a:defPPr>
              <a:defRPr kern="1200"/>
            </a:defPPr>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35C1286E-2D26-43B2-8CD4-A2F0A623D127}" type="slidenum">
              <a:rPr lang="en-US"/>
              <a:pPr>
                <a:defRPr/>
              </a:pPr>
              <a:t>‹#›</a:t>
            </a:fld>
            <a:endParaRPr lang="en-US"/>
          </a:p>
        </p:txBody>
      </p:sp>
    </p:spTree>
    <p:extLst>
      <p:ext uri="{BB962C8B-B14F-4D97-AF65-F5344CB8AC3E}">
        <p14:creationId xmlns:p14="http://schemas.microsoft.com/office/powerpoint/2010/main" val="300384198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EC84F10-113F-4F09-A76B-2176B34E08D9}" type="slidenum">
              <a:rPr lang="en-US"/>
              <a:pPr>
                <a:defRPr/>
              </a:pPr>
              <a:t>‹#›</a:t>
            </a:fld>
            <a:endParaRPr lang="en-US"/>
          </a:p>
        </p:txBody>
      </p:sp>
    </p:spTree>
    <p:extLst>
      <p:ext uri="{BB962C8B-B14F-4D97-AF65-F5344CB8AC3E}">
        <p14:creationId xmlns:p14="http://schemas.microsoft.com/office/powerpoint/2010/main" val="382863582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7269" y="1319213"/>
            <a:ext cx="7405688" cy="28087638"/>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1646635" y="1319213"/>
            <a:ext cx="22106334" cy="28087638"/>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39F5895-A9FE-429D-AE19-E169F67F1C26}" type="slidenum">
              <a:rPr lang="en-US"/>
              <a:pPr>
                <a:defRPr/>
              </a:pPr>
              <a:t>‹#›</a:t>
            </a:fld>
            <a:endParaRPr lang="en-US"/>
          </a:p>
        </p:txBody>
      </p:sp>
    </p:spTree>
    <p:extLst>
      <p:ext uri="{BB962C8B-B14F-4D97-AF65-F5344CB8AC3E}">
        <p14:creationId xmlns:p14="http://schemas.microsoft.com/office/powerpoint/2010/main" val="149277286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BF"/>
            </a:gs>
            <a:gs pos="100000">
              <a:srgbClr val="FFFFE5"/>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46635" y="1319213"/>
            <a:ext cx="29626322" cy="548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1646635" y="7681913"/>
            <a:ext cx="29626322" cy="21724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646635" y="29978350"/>
            <a:ext cx="7680722" cy="228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vl1pPr defTabSz="3527822">
              <a:defRPr sz="5400" smtClean="0"/>
            </a:lvl1pPr>
          </a:lstStyle>
          <a:p>
            <a:pPr>
              <a:defRPr/>
            </a:pPr>
            <a:endParaRPr lang="en-US"/>
          </a:p>
        </p:txBody>
      </p:sp>
      <p:sp>
        <p:nvSpPr>
          <p:cNvPr id="1029" name="Rectangle 5"/>
          <p:cNvSpPr>
            <a:spLocks noGrp="1" noChangeArrowheads="1"/>
          </p:cNvSpPr>
          <p:nvPr>
            <p:ph type="ftr" sz="quarter" idx="3"/>
          </p:nvPr>
        </p:nvSpPr>
        <p:spPr bwMode="auto">
          <a:xfrm>
            <a:off x="11247834" y="29978350"/>
            <a:ext cx="10423922" cy="228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vl1pPr algn="ctr" defTabSz="3527822">
              <a:defRPr sz="5400" smtClean="0"/>
            </a:lvl1pPr>
          </a:lstStyle>
          <a:p>
            <a:pPr>
              <a:defRPr/>
            </a:pPr>
            <a:endParaRPr lang="en-US"/>
          </a:p>
        </p:txBody>
      </p:sp>
      <p:sp>
        <p:nvSpPr>
          <p:cNvPr id="1030" name="Rectangle 6"/>
          <p:cNvSpPr>
            <a:spLocks noGrp="1" noChangeArrowheads="1"/>
          </p:cNvSpPr>
          <p:nvPr>
            <p:ph type="sldNum" sz="quarter" idx="4"/>
          </p:nvPr>
        </p:nvSpPr>
        <p:spPr bwMode="auto">
          <a:xfrm>
            <a:off x="23592234" y="29978350"/>
            <a:ext cx="7680722" cy="228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vl1pPr algn="r" defTabSz="3527822">
              <a:defRPr sz="5400" smtClean="0"/>
            </a:lvl1pPr>
          </a:lstStyle>
          <a:p>
            <a:pPr>
              <a:defRPr/>
            </a:pPr>
            <a:fld id="{EAD58424-6508-4C08-B0AB-A12183DAE990}" type="slidenum">
              <a:rPr lang="en-US"/>
              <a:pPr>
                <a:defRPr/>
              </a:pPr>
              <a:t>‹#›</a:t>
            </a:fld>
            <a:endParaRPr lang="en-US"/>
          </a:p>
        </p:txBody>
      </p:sp>
      <p:pic>
        <p:nvPicPr>
          <p:cNvPr id="1031" name="New picture"/>
          <p:cNvPicPr/>
          <p:nvPr/>
        </p:nvPicPr>
        <p:blipFill>
          <a:blip r:embed="rId13"/>
          <a:stretch>
            <a:fillRect/>
          </a:stretch>
        </p:blipFill>
        <p:spPr>
          <a:xfrm rot="16200000">
            <a:off x="-11074400" y="16459200"/>
            <a:ext cx="14274800" cy="3937000"/>
          </a:xfrm>
          <a:prstGeom prst="rect">
            <a:avLst/>
          </a:prstGeom>
        </p:spPr>
      </p:pic>
      <p:pic>
        <p:nvPicPr>
          <p:cNvPr id="1032" name="New picture"/>
          <p:cNvPicPr/>
          <p:nvPr/>
        </p:nvPicPr>
        <p:blipFill>
          <a:blip r:embed="rId13"/>
          <a:stretch>
            <a:fillRect/>
          </a:stretch>
        </p:blipFill>
        <p:spPr>
          <a:xfrm rot="5400000">
            <a:off x="29718000" y="16459200"/>
            <a:ext cx="14274800" cy="3937000"/>
          </a:xfrm>
          <a:prstGeom prst="rect">
            <a:avLst/>
          </a:prstGeom>
        </p:spPr>
      </p:pic>
      <p:pic>
        <p:nvPicPr>
          <p:cNvPr id="1033" name="New picture"/>
          <p:cNvPicPr/>
          <p:nvPr/>
        </p:nvPicPr>
        <p:blipFill>
          <a:blip r:embed="rId14"/>
          <a:stretch>
            <a:fillRect/>
          </a:stretch>
        </p:blipFill>
        <p:spPr>
          <a:xfrm>
            <a:off x="1460500" y="33426400"/>
            <a:ext cx="29997400" cy="1447800"/>
          </a:xfrm>
          <a:prstGeom prst="rect">
            <a:avLst/>
          </a:prstGeom>
        </p:spPr>
      </p:pic>
      <p:sp>
        <p:nvSpPr>
          <p:cNvPr id="1034" name="New shape"/>
          <p:cNvSpPr/>
          <p:nvPr/>
        </p:nvSpPr>
        <p:spPr>
          <a:xfrm>
            <a:off x="1460500" y="339979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melancholymedallion  Size: 36x36</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3527822" rtl="0" eaLnBrk="0" fontAlgn="base" hangingPunct="0">
        <a:spcBef>
          <a:spcPct val="0"/>
        </a:spcBef>
        <a:spcAft>
          <a:spcPct val="0"/>
        </a:spcAft>
        <a:defRPr sz="17025">
          <a:solidFill>
            <a:schemeClr val="tx2"/>
          </a:solidFill>
          <a:latin typeface="+mj-lt"/>
          <a:ea typeface="+mj-ea"/>
          <a:cs typeface="+mj-cs"/>
        </a:defRPr>
      </a:lvl1pPr>
      <a:lvl2pPr algn="ctr" defTabSz="3527822" rtl="0" eaLnBrk="0" fontAlgn="base" hangingPunct="0">
        <a:spcBef>
          <a:spcPct val="0"/>
        </a:spcBef>
        <a:spcAft>
          <a:spcPct val="0"/>
        </a:spcAft>
        <a:defRPr sz="17025">
          <a:solidFill>
            <a:schemeClr val="tx2"/>
          </a:solidFill>
          <a:latin typeface="Arial"/>
        </a:defRPr>
      </a:lvl2pPr>
      <a:lvl3pPr algn="ctr" defTabSz="3527822" rtl="0" eaLnBrk="0" fontAlgn="base" hangingPunct="0">
        <a:spcBef>
          <a:spcPct val="0"/>
        </a:spcBef>
        <a:spcAft>
          <a:spcPct val="0"/>
        </a:spcAft>
        <a:defRPr sz="17025">
          <a:solidFill>
            <a:schemeClr val="tx2"/>
          </a:solidFill>
          <a:latin typeface="Arial"/>
        </a:defRPr>
      </a:lvl3pPr>
      <a:lvl4pPr algn="ctr" defTabSz="3527822" rtl="0" eaLnBrk="0" fontAlgn="base" hangingPunct="0">
        <a:spcBef>
          <a:spcPct val="0"/>
        </a:spcBef>
        <a:spcAft>
          <a:spcPct val="0"/>
        </a:spcAft>
        <a:defRPr sz="17025">
          <a:solidFill>
            <a:schemeClr val="tx2"/>
          </a:solidFill>
          <a:latin typeface="Arial"/>
        </a:defRPr>
      </a:lvl4pPr>
      <a:lvl5pPr algn="ctr" defTabSz="3527822" rtl="0" eaLnBrk="0" fontAlgn="base" hangingPunct="0">
        <a:spcBef>
          <a:spcPct val="0"/>
        </a:spcBef>
        <a:spcAft>
          <a:spcPct val="0"/>
        </a:spcAft>
        <a:defRPr sz="17025">
          <a:solidFill>
            <a:schemeClr val="tx2"/>
          </a:solidFill>
          <a:latin typeface="Arial"/>
        </a:defRPr>
      </a:lvl5pPr>
      <a:lvl6pPr marL="342900" algn="ctr" defTabSz="3527822" rtl="0" fontAlgn="base">
        <a:spcBef>
          <a:spcPct val="0"/>
        </a:spcBef>
        <a:spcAft>
          <a:spcPct val="0"/>
        </a:spcAft>
        <a:defRPr sz="17025">
          <a:solidFill>
            <a:schemeClr val="tx2"/>
          </a:solidFill>
          <a:latin typeface="Arial"/>
        </a:defRPr>
      </a:lvl6pPr>
      <a:lvl7pPr marL="685800" algn="ctr" defTabSz="3527822" rtl="0" fontAlgn="base">
        <a:spcBef>
          <a:spcPct val="0"/>
        </a:spcBef>
        <a:spcAft>
          <a:spcPct val="0"/>
        </a:spcAft>
        <a:defRPr sz="17025">
          <a:solidFill>
            <a:schemeClr val="tx2"/>
          </a:solidFill>
          <a:latin typeface="Arial"/>
        </a:defRPr>
      </a:lvl7pPr>
      <a:lvl8pPr marL="1028700" algn="ctr" defTabSz="3527822" rtl="0" fontAlgn="base">
        <a:spcBef>
          <a:spcPct val="0"/>
        </a:spcBef>
        <a:spcAft>
          <a:spcPct val="0"/>
        </a:spcAft>
        <a:defRPr sz="17025">
          <a:solidFill>
            <a:schemeClr val="tx2"/>
          </a:solidFill>
          <a:latin typeface="Arial"/>
        </a:defRPr>
      </a:lvl8pPr>
      <a:lvl9pPr marL="1371600" algn="ctr" defTabSz="3527822" rtl="0" fontAlgn="base">
        <a:spcBef>
          <a:spcPct val="0"/>
        </a:spcBef>
        <a:spcAft>
          <a:spcPct val="0"/>
        </a:spcAft>
        <a:defRPr sz="17025">
          <a:solidFill>
            <a:schemeClr val="tx2"/>
          </a:solidFill>
          <a:latin typeface="Arial"/>
        </a:defRPr>
      </a:lvl9pPr>
    </p:titleStyle>
    <p:bodyStyle>
      <a:defPPr>
        <a:defRPr kern="1200"/>
      </a:defPPr>
      <a:lvl1pPr marL="1323975" indent="-1323975" algn="l" defTabSz="3527822" rtl="0" eaLnBrk="0" fontAlgn="base" hangingPunct="0">
        <a:spcBef>
          <a:spcPct val="20000"/>
        </a:spcBef>
        <a:spcAft>
          <a:spcPct val="0"/>
        </a:spcAft>
        <a:buChar char="•"/>
        <a:defRPr sz="12375">
          <a:solidFill>
            <a:schemeClr val="tx1"/>
          </a:solidFill>
          <a:latin typeface="+mn-lt"/>
          <a:ea typeface="+mn-ea"/>
          <a:cs typeface="+mn-cs"/>
        </a:defRPr>
      </a:lvl1pPr>
      <a:lvl2pPr marL="2867025" indent="-1103710" algn="l" defTabSz="3527822" rtl="0" eaLnBrk="0" fontAlgn="base" hangingPunct="0">
        <a:spcBef>
          <a:spcPct val="20000"/>
        </a:spcBef>
        <a:spcAft>
          <a:spcPct val="0"/>
        </a:spcAft>
        <a:buChar char="–"/>
        <a:defRPr sz="10800">
          <a:solidFill>
            <a:schemeClr val="tx1"/>
          </a:solidFill>
          <a:latin typeface="+mn-lt"/>
        </a:defRPr>
      </a:lvl2pPr>
      <a:lvl3pPr marL="4410075" indent="-882254" algn="l" defTabSz="3527822" rtl="0" eaLnBrk="0" fontAlgn="base" hangingPunct="0">
        <a:spcBef>
          <a:spcPct val="20000"/>
        </a:spcBef>
        <a:spcAft>
          <a:spcPct val="0"/>
        </a:spcAft>
        <a:buChar char="•"/>
        <a:defRPr sz="9225">
          <a:solidFill>
            <a:schemeClr val="tx1"/>
          </a:solidFill>
          <a:latin typeface="+mn-lt"/>
        </a:defRPr>
      </a:lvl3pPr>
      <a:lvl4pPr marL="6172200" indent="-882254" algn="l" defTabSz="3527822" rtl="0" eaLnBrk="0" fontAlgn="base" hangingPunct="0">
        <a:spcBef>
          <a:spcPct val="20000"/>
        </a:spcBef>
        <a:spcAft>
          <a:spcPct val="0"/>
        </a:spcAft>
        <a:buChar char="–"/>
        <a:defRPr sz="7800">
          <a:solidFill>
            <a:schemeClr val="tx1"/>
          </a:solidFill>
          <a:latin typeface="+mn-lt"/>
        </a:defRPr>
      </a:lvl4pPr>
      <a:lvl5pPr marL="7935516" indent="-881063" algn="l" defTabSz="3527822" rtl="0" eaLnBrk="0" fontAlgn="base" hangingPunct="0">
        <a:spcBef>
          <a:spcPct val="20000"/>
        </a:spcBef>
        <a:spcAft>
          <a:spcPct val="0"/>
        </a:spcAft>
        <a:buChar char="»"/>
        <a:defRPr sz="7800">
          <a:solidFill>
            <a:schemeClr val="tx1"/>
          </a:solidFill>
          <a:latin typeface="+mn-lt"/>
        </a:defRPr>
      </a:lvl5pPr>
      <a:lvl6pPr marL="8278416" indent="-881063" algn="l" defTabSz="3527822" rtl="0" fontAlgn="base">
        <a:spcBef>
          <a:spcPct val="20000"/>
        </a:spcBef>
        <a:spcAft>
          <a:spcPct val="0"/>
        </a:spcAft>
        <a:buChar char="»"/>
        <a:defRPr sz="7800">
          <a:solidFill>
            <a:schemeClr val="tx1"/>
          </a:solidFill>
          <a:latin typeface="+mn-lt"/>
        </a:defRPr>
      </a:lvl6pPr>
      <a:lvl7pPr marL="8621316" indent="-881063" algn="l" defTabSz="3527822" rtl="0" fontAlgn="base">
        <a:spcBef>
          <a:spcPct val="20000"/>
        </a:spcBef>
        <a:spcAft>
          <a:spcPct val="0"/>
        </a:spcAft>
        <a:buChar char="»"/>
        <a:defRPr sz="7800">
          <a:solidFill>
            <a:schemeClr val="tx1"/>
          </a:solidFill>
          <a:latin typeface="+mn-lt"/>
        </a:defRPr>
      </a:lvl7pPr>
      <a:lvl8pPr marL="8964216" indent="-881063" algn="l" defTabSz="3527822" rtl="0" fontAlgn="base">
        <a:spcBef>
          <a:spcPct val="20000"/>
        </a:spcBef>
        <a:spcAft>
          <a:spcPct val="0"/>
        </a:spcAft>
        <a:buChar char="»"/>
        <a:defRPr sz="7800">
          <a:solidFill>
            <a:schemeClr val="tx1"/>
          </a:solidFill>
          <a:latin typeface="+mn-lt"/>
        </a:defRPr>
      </a:lvl8pPr>
      <a:lvl9pPr marL="9307116" indent="-881063" algn="l" defTabSz="3527822" rtl="0" fontAlgn="base">
        <a:spcBef>
          <a:spcPct val="20000"/>
        </a:spcBef>
        <a:spcAft>
          <a:spcPct val="0"/>
        </a:spcAft>
        <a:buChar char="»"/>
        <a:defRPr sz="78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0"/>
                <a:lumOff val="100000"/>
              </a:schemeClr>
            </a:gs>
            <a:gs pos="43000">
              <a:schemeClr val="bg2">
                <a:lumMod val="40000"/>
                <a:lumOff val="60000"/>
              </a:schemeClr>
            </a:gs>
          </a:gsLst>
          <a:lin ang="5400000" scaled="1"/>
        </a:gradFill>
        <a:effectLst/>
      </p:bgPr>
    </p:bg>
    <p:spTree>
      <p:nvGrpSpPr>
        <p:cNvPr id="1" name=""/>
        <p:cNvGrpSpPr/>
        <p:nvPr/>
      </p:nvGrpSpPr>
      <p:grpSpPr>
        <a:xfrm>
          <a:off x="0" y="0"/>
          <a:ext cx="0" cy="0"/>
          <a:chOff x="0" y="0"/>
          <a:chExt cx="0" cy="0"/>
        </a:xfrm>
      </p:grpSpPr>
      <p:sp>
        <p:nvSpPr>
          <p:cNvPr id="40" name="Rectangle 6"/>
          <p:cNvSpPr>
            <a:spLocks noChangeArrowheads="1"/>
          </p:cNvSpPr>
          <p:nvPr/>
        </p:nvSpPr>
        <p:spPr bwMode="auto">
          <a:xfrm>
            <a:off x="302313" y="749812"/>
            <a:ext cx="32004000" cy="4656692"/>
          </a:xfrm>
          <a:prstGeom prst="round2DiagRect">
            <a:avLst/>
          </a:prstGeom>
          <a:solidFill>
            <a:schemeClr val="bg2"/>
          </a:solidFill>
          <a:ln w="9525">
            <a:noFill/>
            <a:miter lim="800000"/>
          </a:ln>
        </p:spPr>
        <p:txBody>
          <a:bodyPr lIns="82291" tIns="41146" rIns="82291" bIns="41146" anchor="ctr"/>
          <a:lstStyle>
            <a:defPPr>
              <a:defRPr kern="1200"/>
            </a:defPPr>
          </a:lstStyle>
          <a:p>
            <a:pPr algn="ctr" defTabSz="2821781">
              <a:defRPr/>
            </a:pPr>
            <a:endParaRPr lang="en-US" sz="3300" b="1" dirty="0">
              <a:solidFill>
                <a:schemeClr val="bg2">
                  <a:lumMod val="60000"/>
                  <a:lumOff val="40000"/>
                </a:schemeClr>
              </a:solidFill>
              <a:effectLst>
                <a:outerShdw blurRad="38100" dist="38100" dir="2700000" algn="tl">
                  <a:srgbClr val="000000"/>
                </a:outerShdw>
              </a:effectLst>
            </a:endParaRPr>
          </a:p>
        </p:txBody>
      </p:sp>
      <p:sp>
        <p:nvSpPr>
          <p:cNvPr id="38" name="Title 11">
            <a:extLst>
              <a:ext uri="{FF2B5EF4-FFF2-40B4-BE49-F238E27FC236}">
                <a16:creationId xmlns="" xmlns:a16="http://schemas.microsoft.com/office/drawing/2014/main" id="{D3A698E4-5105-47D7-8AAB-C4BA53E6D379}"/>
              </a:ext>
            </a:extLst>
          </p:cNvPr>
          <p:cNvSpPr txBox="1"/>
          <p:nvPr/>
        </p:nvSpPr>
        <p:spPr>
          <a:xfrm>
            <a:off x="1039063" y="228600"/>
            <a:ext cx="30861000" cy="2060201"/>
          </a:xfrm>
          <a:prstGeom prst="rect">
            <a:avLst/>
          </a:prstGeom>
        </p:spPr>
        <p:txBody>
          <a:bodyPr lIns="96012" tIns="48006" rIns="96012" bIns="48006"/>
          <a:lstStyle>
            <a:defPPr>
              <a:defRPr kern="1200"/>
            </a:defPPr>
            <a:lvl1pPr algn="ctr" defTabSz="4389028" rtl="0" eaLnBrk="1" latinLnBrk="0" hangingPunct="1">
              <a:spcBef>
                <a:spcPct val="0"/>
              </a:spcBef>
              <a:buNone/>
              <a:defRPr sz="13400" kern="1200">
                <a:solidFill>
                  <a:schemeClr val="tx1"/>
                </a:solidFill>
                <a:latin typeface="+mj-lt"/>
                <a:ea typeface="+mj-ea"/>
                <a:cs typeface="+mj-cs"/>
              </a:defRPr>
            </a:lvl1pPr>
          </a:lstStyle>
          <a:p>
            <a:endParaRPr lang="en-US" sz="4800" dirty="0" smtClean="0">
              <a:solidFill>
                <a:schemeClr val="bg1"/>
              </a:solidFill>
              <a:latin typeface="Quattrocento Sans" charset="0"/>
              <a:cs typeface="Times New Roman" panose="02020603050405020304" pitchFamily="18" charset="0"/>
            </a:endParaRPr>
          </a:p>
          <a:p>
            <a:r>
              <a:rPr lang="en-US" sz="4800" dirty="0" smtClean="0">
                <a:solidFill>
                  <a:schemeClr val="bg1"/>
                </a:solidFill>
                <a:latin typeface="Quattrocento Sans" charset="0"/>
                <a:cs typeface="Times New Roman" panose="02020603050405020304" pitchFamily="18" charset="0"/>
              </a:rPr>
              <a:t>DSA Visualizer Pro </a:t>
            </a:r>
            <a:r>
              <a:rPr lang="en-US" sz="4800" dirty="0">
                <a:solidFill>
                  <a:schemeClr val="bg1"/>
                </a:solidFill>
                <a:latin typeface="Quattrocento Sans" charset="0"/>
                <a:cs typeface="Times New Roman" panose="02020603050405020304" pitchFamily="18" charset="0"/>
              </a:rPr>
              <a:t>with </a:t>
            </a:r>
            <a:r>
              <a:rPr lang="en-US" sz="4800" dirty="0" smtClean="0">
                <a:solidFill>
                  <a:schemeClr val="bg1"/>
                </a:solidFill>
                <a:latin typeface="Quattrocento Sans" charset="0"/>
                <a:cs typeface="Times New Roman" panose="02020603050405020304" pitchFamily="18" charset="0"/>
              </a:rPr>
              <a:t>Agentic </a:t>
            </a:r>
            <a:r>
              <a:rPr lang="en-US" sz="4800" dirty="0">
                <a:solidFill>
                  <a:schemeClr val="bg1"/>
                </a:solidFill>
                <a:latin typeface="Quattrocento Sans" charset="0"/>
                <a:cs typeface="Times New Roman" panose="02020603050405020304" pitchFamily="18" charset="0"/>
              </a:rPr>
              <a:t>AI Code Review System</a:t>
            </a:r>
            <a:r>
              <a:rPr lang="en-IN" sz="4800" dirty="0">
                <a:solidFill>
                  <a:schemeClr val="bg1"/>
                </a:solidFill>
                <a:latin typeface="Quattrocento Sans" charset="0"/>
                <a:cs typeface="Times New Roman" panose="02020603050405020304" pitchFamily="18" charset="0"/>
              </a:rPr>
              <a:t/>
            </a:r>
            <a:br>
              <a:rPr lang="en-IN" sz="4800" dirty="0">
                <a:solidFill>
                  <a:schemeClr val="bg1"/>
                </a:solidFill>
                <a:latin typeface="Quattrocento Sans" charset="0"/>
                <a:cs typeface="Times New Roman" panose="02020603050405020304" pitchFamily="18" charset="0"/>
              </a:rPr>
            </a:br>
            <a:endParaRPr lang="en-US" sz="3200" b="1" dirty="0">
              <a:solidFill>
                <a:schemeClr val="bg1"/>
              </a:solidFill>
              <a:latin typeface="Quattrocento Sans" charset="0"/>
            </a:endParaRPr>
          </a:p>
        </p:txBody>
      </p:sp>
      <p:sp>
        <p:nvSpPr>
          <p:cNvPr id="39" name="Text Placeholder 16">
            <a:extLst>
              <a:ext uri="{FF2B5EF4-FFF2-40B4-BE49-F238E27FC236}">
                <a16:creationId xmlns="" xmlns:a16="http://schemas.microsoft.com/office/drawing/2014/main" id="{9FEE118B-FBC6-45D8-93CE-3A87E15AD5C3}"/>
              </a:ext>
            </a:extLst>
          </p:cNvPr>
          <p:cNvSpPr txBox="1"/>
          <p:nvPr/>
        </p:nvSpPr>
        <p:spPr>
          <a:xfrm>
            <a:off x="5638800" y="1690102"/>
            <a:ext cx="22907192" cy="3716402"/>
          </a:xfrm>
          <a:prstGeom prst="rect">
            <a:avLst/>
          </a:prstGeom>
        </p:spPr>
        <p:txBody>
          <a:bodyPr wrap="square" lIns="96012" tIns="48006" rIns="96012" bIns="48006">
            <a:spAutoFit/>
          </a:bodyPr>
          <a:lstStyle>
            <a:defPPr>
              <a:defRPr kern="1200"/>
            </a:defPPr>
            <a:lvl1pPr marL="0" indent="0" algn="l" defTabSz="4389028" rtl="0" eaLnBrk="1" latinLnBrk="0" hangingPunct="1">
              <a:spcBef>
                <a:spcPct val="20000"/>
              </a:spcBef>
              <a:buFont typeface="Arial" pitchFamily="34" charset="0"/>
              <a:buNone/>
              <a:defRPr sz="13400" kern="1200" baseline="0">
                <a:solidFill>
                  <a:schemeClr val="tx1"/>
                </a:solidFill>
                <a:latin typeface="+mn-lt"/>
                <a:ea typeface="+mn-ea"/>
                <a:cs typeface="+mn-cs"/>
              </a:defRPr>
            </a:lvl1pPr>
            <a:lvl2pPr marL="3566086" indent="-1371572" algn="l" defTabSz="438902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286" indent="-1097257" algn="l" defTabSz="4389028"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800"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875314"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069828"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264342"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458857"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653371"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9pPr>
          </a:lstStyle>
          <a:p>
            <a:pPr algn="ctr"/>
            <a:r>
              <a:rPr lang="en-US" sz="4200" dirty="0">
                <a:solidFill>
                  <a:schemeClr val="bg1"/>
                </a:solidFill>
                <a:latin typeface="Quattrocento Sans" charset="0"/>
              </a:rPr>
              <a:t> </a:t>
            </a:r>
            <a:r>
              <a:rPr lang="en-US" sz="4200" b="1" dirty="0" smtClean="0">
                <a:solidFill>
                  <a:schemeClr val="bg1"/>
                </a:solidFill>
                <a:latin typeface="Quattrocento Sans" charset="0"/>
              </a:rPr>
              <a:t>Abhinav Patidar (0827IT231006), Aditya Trivedi(0827IT231014), Akshat Yadav (0827IT231020), Archesh </a:t>
            </a:r>
            <a:r>
              <a:rPr lang="en-US" sz="4200" b="1" dirty="0">
                <a:solidFill>
                  <a:schemeClr val="bg1"/>
                </a:solidFill>
                <a:latin typeface="Quattrocento Sans" charset="0"/>
              </a:rPr>
              <a:t>Shrivas (0827IT231029</a:t>
            </a:r>
            <a:r>
              <a:rPr lang="en-US" sz="4200" b="1" dirty="0" smtClean="0">
                <a:solidFill>
                  <a:schemeClr val="bg1"/>
                </a:solidFill>
                <a:latin typeface="Quattrocento Sans" charset="0"/>
              </a:rPr>
              <a:t>), Aryan Singh (0827IT231033)</a:t>
            </a:r>
            <a:endParaRPr lang="en-US" sz="4200" dirty="0" smtClean="0">
              <a:solidFill>
                <a:schemeClr val="bg1"/>
              </a:solidFill>
              <a:latin typeface="Quattrocento Sans" charset="0"/>
            </a:endParaRPr>
          </a:p>
          <a:p>
            <a:pPr algn="ctr"/>
            <a:r>
              <a:rPr lang="en-US" sz="4200" b="1" dirty="0" smtClean="0">
                <a:solidFill>
                  <a:schemeClr val="bg1">
                    <a:lumMod val="95000"/>
                  </a:schemeClr>
                </a:solidFill>
                <a:latin typeface="Quattrocento Sans" charset="0"/>
              </a:rPr>
              <a:t>Department Of Information Technology</a:t>
            </a:r>
          </a:p>
          <a:p>
            <a:pPr algn="ctr"/>
            <a:r>
              <a:rPr lang="en-US" sz="4200" b="1" dirty="0" smtClean="0">
                <a:solidFill>
                  <a:schemeClr val="bg1">
                    <a:lumMod val="95000"/>
                  </a:schemeClr>
                </a:solidFill>
                <a:latin typeface="Quattrocento Sans" charset="0"/>
              </a:rPr>
              <a:t> </a:t>
            </a:r>
            <a:r>
              <a:rPr lang="en-US" sz="4200" dirty="0" smtClean="0">
                <a:solidFill>
                  <a:schemeClr val="bg1"/>
                </a:solidFill>
                <a:latin typeface="Quattrocento Sans" charset="0"/>
              </a:rPr>
              <a:t>Acropolis Institute of Technology &amp; Research, Indore</a:t>
            </a:r>
          </a:p>
          <a:p>
            <a:pPr algn="ctr"/>
            <a:r>
              <a:rPr lang="en-US" sz="4200" dirty="0" smtClean="0">
                <a:solidFill>
                  <a:schemeClr val="bg1"/>
                </a:solidFill>
                <a:latin typeface="Quattrocento Sans" charset="0"/>
              </a:rPr>
              <a:t>Session</a:t>
            </a:r>
            <a:r>
              <a:rPr lang="en-US" sz="4200" dirty="0">
                <a:solidFill>
                  <a:schemeClr val="bg1"/>
                </a:solidFill>
                <a:latin typeface="Quattrocento Sans" charset="0"/>
              </a:rPr>
              <a:t>: Jan. – Jun. </a:t>
            </a:r>
            <a:r>
              <a:rPr lang="en-US" sz="4200" dirty="0" smtClean="0">
                <a:solidFill>
                  <a:schemeClr val="bg1"/>
                </a:solidFill>
                <a:latin typeface="Quattrocento Sans" charset="0"/>
              </a:rPr>
              <a:t>2026</a:t>
            </a:r>
            <a:endParaRPr lang="en-US" sz="4200" dirty="0">
              <a:solidFill>
                <a:schemeClr val="bg1"/>
              </a:solidFill>
              <a:latin typeface="Quattrocento Sans" charset="0"/>
            </a:endParaRPr>
          </a:p>
        </p:txBody>
      </p:sp>
      <p:sp>
        <p:nvSpPr>
          <p:cNvPr id="42" name="Rectangle 10">
            <a:extLst>
              <a:ext uri="{FF2B5EF4-FFF2-40B4-BE49-F238E27FC236}">
                <a16:creationId xmlns="" xmlns:a16="http://schemas.microsoft.com/office/drawing/2014/main" id="{6E6FAECA-7B53-459F-9726-99A6AE0B0458}"/>
              </a:ext>
            </a:extLst>
          </p:cNvPr>
          <p:cNvSpPr>
            <a:spLocks noChangeArrowheads="1"/>
          </p:cNvSpPr>
          <p:nvPr/>
        </p:nvSpPr>
        <p:spPr bwMode="auto">
          <a:xfrm>
            <a:off x="571634" y="5674649"/>
            <a:ext cx="9715366" cy="8115301"/>
          </a:xfrm>
          <a:prstGeom prst="round2DiagRect">
            <a:avLst>
              <a:gd name="adj1" fmla="val 6827"/>
              <a:gd name="adj2" fmla="val 0"/>
            </a:avLst>
          </a:prstGeom>
          <a:solidFill>
            <a:schemeClr val="accent4">
              <a:lumMod val="60000"/>
              <a:lumOff val="40000"/>
            </a:schemeClr>
          </a:solidFill>
          <a:ln w="12700">
            <a:noFill/>
            <a:miter lim="800000"/>
          </a:ln>
        </p:spPr>
        <p:txBody>
          <a:bodyPr wrap="none" lIns="205740" tIns="54864" rIns="205740" bIns="51422" anchor="ctr" anchorCtr="0"/>
          <a:lstStyle>
            <a:defPPr>
              <a:defRPr kern="1200"/>
            </a:defPPr>
          </a:lstStyle>
          <a:p>
            <a:pPr algn="ctr" defTabSz="3526941">
              <a:defRPr/>
            </a:pPr>
            <a:endParaRPr lang="en-US" sz="2700" b="1">
              <a:noFill/>
              <a:latin typeface="Quattrocento" panose="02020802030000000404" pitchFamily="18" charset="0"/>
            </a:endParaRPr>
          </a:p>
        </p:txBody>
      </p:sp>
      <p:sp>
        <p:nvSpPr>
          <p:cNvPr id="44" name="Rectangle 10">
            <a:extLst>
              <a:ext uri="{FF2B5EF4-FFF2-40B4-BE49-F238E27FC236}">
                <a16:creationId xmlns="" xmlns:a16="http://schemas.microsoft.com/office/drawing/2014/main" id="{65DEA53B-8C55-4281-8C92-1B2F1CBC79EE}"/>
              </a:ext>
            </a:extLst>
          </p:cNvPr>
          <p:cNvSpPr>
            <a:spLocks noChangeArrowheads="1"/>
          </p:cNvSpPr>
          <p:nvPr/>
        </p:nvSpPr>
        <p:spPr bwMode="auto">
          <a:xfrm>
            <a:off x="11611880" y="5674650"/>
            <a:ext cx="9715366" cy="822960"/>
          </a:xfrm>
          <a:prstGeom prst="round2DiagRect">
            <a:avLst>
              <a:gd name="adj1" fmla="val 30177"/>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3600" b="1" dirty="0">
                <a:solidFill>
                  <a:schemeClr val="bg1"/>
                </a:solidFill>
                <a:latin typeface="Quattrocento" panose="02020802030000000404" pitchFamily="18" charset="0"/>
              </a:rPr>
              <a:t>Methodology</a:t>
            </a:r>
          </a:p>
        </p:txBody>
      </p:sp>
      <p:sp>
        <p:nvSpPr>
          <p:cNvPr id="48" name="Rectangle 10">
            <a:extLst>
              <a:ext uri="{FF2B5EF4-FFF2-40B4-BE49-F238E27FC236}">
                <a16:creationId xmlns="" xmlns:a16="http://schemas.microsoft.com/office/drawing/2014/main" id="{E3FEBAB5-D47E-42BA-A84C-C1EA43E9ED05}"/>
              </a:ext>
            </a:extLst>
          </p:cNvPr>
          <p:cNvSpPr>
            <a:spLocks noChangeArrowheads="1"/>
          </p:cNvSpPr>
          <p:nvPr/>
        </p:nvSpPr>
        <p:spPr bwMode="auto">
          <a:xfrm>
            <a:off x="22590947" y="5674650"/>
            <a:ext cx="9715366" cy="822960"/>
          </a:xfrm>
          <a:prstGeom prst="round2DiagRect">
            <a:avLst>
              <a:gd name="adj1" fmla="val 30178"/>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3600" b="1" dirty="0">
                <a:solidFill>
                  <a:schemeClr val="bg1"/>
                </a:solidFill>
                <a:latin typeface="Quattrocento" panose="02020802030000000404" pitchFamily="18" charset="0"/>
              </a:rPr>
              <a:t>Results </a:t>
            </a:r>
          </a:p>
        </p:txBody>
      </p:sp>
      <p:sp>
        <p:nvSpPr>
          <p:cNvPr id="50" name="Rectangle 10">
            <a:extLst>
              <a:ext uri="{FF2B5EF4-FFF2-40B4-BE49-F238E27FC236}">
                <a16:creationId xmlns="" xmlns:a16="http://schemas.microsoft.com/office/drawing/2014/main" id="{C7AAC99D-FA63-4F20-9BC9-620B7B5958BE}"/>
              </a:ext>
            </a:extLst>
          </p:cNvPr>
          <p:cNvSpPr>
            <a:spLocks noChangeArrowheads="1"/>
          </p:cNvSpPr>
          <p:nvPr/>
        </p:nvSpPr>
        <p:spPr bwMode="auto">
          <a:xfrm>
            <a:off x="571634" y="14376198"/>
            <a:ext cx="9715366" cy="822960"/>
          </a:xfrm>
          <a:prstGeom prst="round2DiagRect">
            <a:avLst>
              <a:gd name="adj1" fmla="val 30178"/>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3600" b="1" dirty="0">
                <a:solidFill>
                  <a:schemeClr val="bg1"/>
                </a:solidFill>
                <a:latin typeface="Quattrocento" panose="02020802030000000404" pitchFamily="18" charset="0"/>
              </a:rPr>
              <a:t>Introduction</a:t>
            </a:r>
          </a:p>
        </p:txBody>
      </p:sp>
      <p:sp>
        <p:nvSpPr>
          <p:cNvPr id="52" name="Rectangle 10">
            <a:extLst>
              <a:ext uri="{FF2B5EF4-FFF2-40B4-BE49-F238E27FC236}">
                <a16:creationId xmlns="" xmlns:a16="http://schemas.microsoft.com/office/drawing/2014/main" id="{48ED2435-580E-419E-B71D-5D8F033EB9A6}"/>
              </a:ext>
            </a:extLst>
          </p:cNvPr>
          <p:cNvSpPr>
            <a:spLocks noChangeArrowheads="1"/>
          </p:cNvSpPr>
          <p:nvPr/>
        </p:nvSpPr>
        <p:spPr bwMode="auto">
          <a:xfrm>
            <a:off x="22780518" y="20223480"/>
            <a:ext cx="9715366" cy="822960"/>
          </a:xfrm>
          <a:prstGeom prst="round2DiagRect">
            <a:avLst>
              <a:gd name="adj1" fmla="val 33555"/>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3600" b="1" dirty="0">
                <a:solidFill>
                  <a:schemeClr val="bg1"/>
                </a:solidFill>
                <a:latin typeface="Quattrocento" panose="02020802030000000404" pitchFamily="18" charset="0"/>
              </a:rPr>
              <a:t>Conclusion</a:t>
            </a:r>
          </a:p>
        </p:txBody>
      </p:sp>
      <p:sp>
        <p:nvSpPr>
          <p:cNvPr id="17" name="TextBox 19">
            <a:extLst>
              <a:ext uri="{FF2B5EF4-FFF2-40B4-BE49-F238E27FC236}">
                <a16:creationId xmlns="" xmlns:a16="http://schemas.microsoft.com/office/drawing/2014/main" id="{683D493E-8A89-4457-BD64-BF0D722F33B5}"/>
              </a:ext>
            </a:extLst>
          </p:cNvPr>
          <p:cNvSpPr txBox="1">
            <a:spLocks noChangeArrowheads="1"/>
          </p:cNvSpPr>
          <p:nvPr/>
        </p:nvSpPr>
        <p:spPr bwMode="auto">
          <a:xfrm>
            <a:off x="802952" y="5966851"/>
            <a:ext cx="9252730" cy="656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64" tIns="34282" rIns="68564" bIns="34282">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3600" b="1">
                <a:latin typeface="Quattrocento" panose="02020802030000000404" pitchFamily="18" charset="0"/>
                <a:cs typeface="Arial" pitchFamily="34" charset="0"/>
              </a:rPr>
              <a:t>Abstract</a:t>
            </a:r>
          </a:p>
        </p:txBody>
      </p:sp>
      <p:sp>
        <p:nvSpPr>
          <p:cNvPr id="20" name="TextBox 19">
            <a:extLst>
              <a:ext uri="{FF2B5EF4-FFF2-40B4-BE49-F238E27FC236}">
                <a16:creationId xmlns="" xmlns:a16="http://schemas.microsoft.com/office/drawing/2014/main" id="{DE7CC5E4-5857-4AD9-BC53-ECDA642EB874}"/>
              </a:ext>
            </a:extLst>
          </p:cNvPr>
          <p:cNvSpPr txBox="1"/>
          <p:nvPr/>
        </p:nvSpPr>
        <p:spPr>
          <a:xfrm>
            <a:off x="802952" y="6567745"/>
            <a:ext cx="9252730" cy="4524315"/>
          </a:xfrm>
          <a:prstGeom prst="rect">
            <a:avLst/>
          </a:prstGeom>
          <a:noFill/>
        </p:spPr>
        <p:txBody>
          <a:bodyPr wrap="square" rtlCol="0">
            <a:spAutoFit/>
          </a:bodyPr>
          <a:lstStyle>
            <a:defPPr>
              <a:defRPr kern="1200"/>
            </a:defPPr>
          </a:lstStyle>
          <a:p>
            <a:pPr algn="just"/>
            <a:r>
              <a:rPr lang="en-US" sz="2400" dirty="0"/>
              <a:t>DSA Visualizer Pro is a full-stack educational platform combining an online Python IDE, interactive Data Structure and Algorithm visualizations, execution tracing, and an </a:t>
            </a:r>
            <a:r>
              <a:rPr lang="en-US" sz="2400" b="1" dirty="0"/>
              <a:t>Agentic AI-powered code review system</a:t>
            </a:r>
            <a:r>
              <a:rPr lang="en-US" sz="2400" dirty="0"/>
              <a:t>. The platform allows users to write, execute, visualize, and intelligently analyze algorithms within a single unified environment. Unlike traditional DSA visualizers, the system animates algorithm execution </a:t>
            </a:r>
            <a:r>
              <a:rPr lang="en-US" sz="2400" i="1" dirty="0"/>
              <a:t>and</a:t>
            </a:r>
            <a:r>
              <a:rPr lang="en-US" sz="2400" dirty="0"/>
              <a:t> performs intelligent code analysis using an AI agent capable of reviewing source code, evaluating complexity, detecting vulnerabilities, interpreting runtime traces, and generating optimized implementations. Built with React, FastAPI, Monaco Editor, and LLM integration, the project demonstrates practical Agentic AI in software engineering education.</a:t>
            </a:r>
          </a:p>
          <a:p>
            <a:endParaRPr lang="en-US" sz="2400" dirty="0">
              <a:latin typeface="Quattrocento Sans" panose="020B0502050000020003" pitchFamily="34" charset="0"/>
              <a:ea typeface="Open Sans" panose="020B0606030504020204" pitchFamily="34" charset="0"/>
              <a:cs typeface="Open Sans" panose="020B0606030504020204" pitchFamily="34" charset="0"/>
            </a:endParaRPr>
          </a:p>
        </p:txBody>
      </p:sp>
      <p:sp>
        <p:nvSpPr>
          <p:cNvPr id="22" name="TextBox 21">
            <a:extLst>
              <a:ext uri="{FF2B5EF4-FFF2-40B4-BE49-F238E27FC236}">
                <a16:creationId xmlns="" xmlns:a16="http://schemas.microsoft.com/office/drawing/2014/main" id="{EBB6AC4A-C17C-4A50-801D-9D770B2D4747}"/>
              </a:ext>
            </a:extLst>
          </p:cNvPr>
          <p:cNvSpPr txBox="1"/>
          <p:nvPr/>
        </p:nvSpPr>
        <p:spPr>
          <a:xfrm>
            <a:off x="571634" y="15385018"/>
            <a:ext cx="9715366" cy="7109639"/>
          </a:xfrm>
          <a:prstGeom prst="rect">
            <a:avLst/>
          </a:prstGeom>
          <a:noFill/>
        </p:spPr>
        <p:txBody>
          <a:bodyPr wrap="square" rtlCol="0">
            <a:spAutoFit/>
          </a:bodyPr>
          <a:lstStyle>
            <a:defPPr>
              <a:defRPr kern="1200"/>
            </a:defPPr>
          </a:lstStyle>
          <a:p>
            <a:pPr algn="just"/>
            <a:r>
              <a:rPr lang="en-US" sz="2400" dirty="0" smtClean="0"/>
              <a:t>Traditional DSA learning tools suffer from a critical gap: they animate pre-defined algorithm steps but cannot analyze the code a student actually writes. Learners receive no feedback on complexity, security, or correctness—only a visual representation disconnected from their own logic.</a:t>
            </a:r>
          </a:p>
          <a:p>
            <a:pPr algn="just"/>
            <a:r>
              <a:rPr lang="en-US" sz="2400" dirty="0" smtClean="0"/>
              <a:t>This project addresses these challenges by building a platform where users write Python algorithms in a Monaco Editor IDE, execute them through a FastAPI backend, and receive </a:t>
            </a:r>
            <a:r>
              <a:rPr lang="en-US" sz="2400" b="1" dirty="0" smtClean="0"/>
              <a:t>live step-by-step visualizations</a:t>
            </a:r>
            <a:r>
              <a:rPr lang="en-US" sz="2400" dirty="0" smtClean="0"/>
              <a:t> driven by real runtime execution traces—not pre-baked animations.</a:t>
            </a:r>
          </a:p>
          <a:p>
            <a:pPr algn="just"/>
            <a:r>
              <a:rPr lang="en-US" sz="2400" dirty="0" smtClean="0"/>
              <a:t>Version 2.0 extends this with an </a:t>
            </a:r>
            <a:r>
              <a:rPr lang="en-US" sz="2400" b="1" dirty="0" smtClean="0"/>
              <a:t>Agentic AI Review Engine</a:t>
            </a:r>
            <a:r>
              <a:rPr lang="en-US" sz="2400" dirty="0" smtClean="0"/>
              <a:t> that autonomously invokes specialized tools—syntax analysis, complexity estimation, security scanning, runtime trace analysis, and code refactoring—before producing a structured review report. This transforms the platform from a visualization tool into an intelligent algorithm development and learning environment.</a:t>
            </a:r>
          </a:p>
          <a:p>
            <a:pPr algn="just"/>
            <a:endParaRPr lang="en-US" sz="2400" dirty="0">
              <a:latin typeface="Quattrocento Sans" panose="020B0502050000020003" pitchFamily="34" charset="0"/>
              <a:ea typeface="Open Sans" panose="020B0606030504020204" pitchFamily="34" charset="0"/>
              <a:cs typeface="Open Sans" panose="020B0606030504020204" pitchFamily="34" charset="0"/>
            </a:endParaRPr>
          </a:p>
        </p:txBody>
      </p:sp>
      <p:sp>
        <p:nvSpPr>
          <p:cNvPr id="294" name="TextBox 293">
            <a:extLst>
              <a:ext uri="{FF2B5EF4-FFF2-40B4-BE49-F238E27FC236}">
                <a16:creationId xmlns="" xmlns:a16="http://schemas.microsoft.com/office/drawing/2014/main" id="{02AB78DF-FFEE-448D-966C-EA5988806A81}"/>
              </a:ext>
            </a:extLst>
          </p:cNvPr>
          <p:cNvSpPr txBox="1"/>
          <p:nvPr/>
        </p:nvSpPr>
        <p:spPr>
          <a:xfrm>
            <a:off x="22590947" y="6646304"/>
            <a:ext cx="9252730" cy="3416320"/>
          </a:xfrm>
          <a:prstGeom prst="rect">
            <a:avLst/>
          </a:prstGeom>
          <a:noFill/>
        </p:spPr>
        <p:txBody>
          <a:bodyPr wrap="square" rtlCol="0">
            <a:spAutoFit/>
          </a:bodyPr>
          <a:lstStyle>
            <a:defPPr>
              <a:defRPr kern="1200"/>
            </a:defPPr>
          </a:lstStyle>
          <a:p>
            <a:pPr marL="342900" indent="-342900" algn="just">
              <a:buFont typeface="Arial" pitchFamily="34" charset="0"/>
              <a:buChar char="•"/>
            </a:pPr>
            <a:r>
              <a:rPr lang="en-US" sz="2400" b="1" dirty="0"/>
              <a:t>Visualizers:</a:t>
            </a:r>
            <a:r>
              <a:rPr lang="en-US" sz="2400" dirty="0"/>
              <a:t> 7 fully animated visualizers (Sorting, Stack, Queue, Linked List, BST, Graph, Matrix).</a:t>
            </a:r>
          </a:p>
          <a:p>
            <a:pPr marL="342900" indent="-342900" algn="just">
              <a:buFont typeface="Arial" pitchFamily="34" charset="0"/>
              <a:buChar char="•"/>
            </a:pPr>
            <a:r>
              <a:rPr lang="en-US" sz="2400" b="1" dirty="0" smtClean="0"/>
              <a:t>Agent Tools:</a:t>
            </a:r>
            <a:r>
              <a:rPr lang="en-US" sz="2400" dirty="0"/>
              <a:t> 6 specialized tools — Syntax Analyzer, Complexity Estimator, Security Scanner (Bandit), Runtime Trace Analyzer, Optimization Engine, Code Refactoring Tool.</a:t>
            </a:r>
          </a:p>
          <a:p>
            <a:pPr marL="342900" indent="-342900" algn="just">
              <a:buFont typeface="Arial" pitchFamily="34" charset="0"/>
              <a:buChar char="•"/>
            </a:pPr>
            <a:r>
              <a:rPr lang="en-US" sz="2400" b="1" dirty="0" smtClean="0"/>
              <a:t>Complexity Detection:</a:t>
            </a:r>
            <a:r>
              <a:rPr lang="en-US" sz="2400" dirty="0"/>
              <a:t> Accurate Time and Space complexity estimation (e.g., O(n²) → O(n log n)).</a:t>
            </a:r>
          </a:p>
          <a:p>
            <a:pPr marL="342900" indent="-342900" algn="just">
              <a:buFont typeface="Arial" pitchFamily="34" charset="0"/>
              <a:buChar char="•"/>
            </a:pPr>
            <a:r>
              <a:rPr lang="en-US" sz="2400" b="1" dirty="0" smtClean="0"/>
              <a:t>Security Scanning:</a:t>
            </a:r>
            <a:r>
              <a:rPr lang="en-US" sz="2400" dirty="0"/>
              <a:t> Detects unsafe eval(), hardcoded credentials, and insecure file handling.</a:t>
            </a:r>
          </a:p>
          <a:p>
            <a:pPr algn="just"/>
            <a:r>
              <a:rPr lang="en-US" sz="2400" dirty="0"/>
              <a:t>The platform successfully combines online coding, live visualization, execution tracing, and AI review in a single environment.</a:t>
            </a:r>
          </a:p>
          <a:p>
            <a:pPr algn="just"/>
            <a:endParaRPr lang="en-US" sz="2400" dirty="0">
              <a:latin typeface="Quattrocento Sans" panose="020B0502050000020003" pitchFamily="34" charset="0"/>
              <a:ea typeface="Open Sans" panose="020B0606030504020204" pitchFamily="34" charset="0"/>
              <a:cs typeface="Open Sans" panose="020B0606030504020204" pitchFamily="34" charset="0"/>
            </a:endParaRPr>
          </a:p>
        </p:txBody>
      </p:sp>
      <p:sp>
        <p:nvSpPr>
          <p:cNvPr id="295" name="TextBox 294">
            <a:extLst>
              <a:ext uri="{FF2B5EF4-FFF2-40B4-BE49-F238E27FC236}">
                <a16:creationId xmlns="" xmlns:a16="http://schemas.microsoft.com/office/drawing/2014/main" id="{39259EE9-8D55-4A34-BCDD-8F3F221271A7}"/>
              </a:ext>
            </a:extLst>
          </p:cNvPr>
          <p:cNvSpPr txBox="1"/>
          <p:nvPr/>
        </p:nvSpPr>
        <p:spPr>
          <a:xfrm>
            <a:off x="22822034" y="21412200"/>
            <a:ext cx="9715366" cy="3046988"/>
          </a:xfrm>
          <a:prstGeom prst="rect">
            <a:avLst/>
          </a:prstGeom>
          <a:noFill/>
        </p:spPr>
        <p:txBody>
          <a:bodyPr wrap="square" rtlCol="0">
            <a:spAutoFit/>
          </a:bodyPr>
          <a:lstStyle>
            <a:defPPr>
              <a:defRPr kern="1200"/>
            </a:defPPr>
          </a:lstStyle>
          <a:p>
            <a:pPr algn="just"/>
            <a:r>
              <a:rPr lang="en-US" sz="2400" dirty="0"/>
              <a:t>DSA Visualizer Pro successfully combines algorithm visualization, execution tracing, online code execution, and intelligent software analysis within a unified platform. The integration of Agentic AI enables the system to move beyond visualization and become an intelligent programming assistant capable of analyzing, evaluating, improving, and explaining algorithms using both static source code and runtime execution data. The project establishes a strong foundation for future intelligent development environments and demonstrates practical application of modern AI systems in software engineering education.</a:t>
            </a:r>
            <a:endParaRPr lang="en-US" sz="2400" dirty="0">
              <a:latin typeface="Quattrocento Sans" panose="020B0502050000020003" pitchFamily="34" charset="0"/>
              <a:ea typeface="Open Sans" panose="020B0606030504020204" pitchFamily="34" charset="0"/>
              <a:cs typeface="Open Sans" panose="020B0606030504020204" pitchFamily="34" charset="0"/>
            </a:endParaRPr>
          </a:p>
        </p:txBody>
      </p:sp>
      <p:pic>
        <p:nvPicPr>
          <p:cNvPr id="3" name="Picture 2">
            <a:extLst>
              <a:ext uri="{FF2B5EF4-FFF2-40B4-BE49-F238E27FC236}">
                <a16:creationId xmlns="" xmlns:a16="http://schemas.microsoft.com/office/drawing/2014/main" id="{7EC6AD0D-6931-CA32-AD82-67C2921886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599" y="1447800"/>
            <a:ext cx="3762809" cy="3328279"/>
          </a:xfrm>
          <a:prstGeom prst="rect">
            <a:avLst/>
          </a:prstGeom>
        </p:spPr>
      </p:pic>
      <p:pic>
        <p:nvPicPr>
          <p:cNvPr id="5" name="Picture 4">
            <a:extLst>
              <a:ext uri="{FF2B5EF4-FFF2-40B4-BE49-F238E27FC236}">
                <a16:creationId xmlns="" xmlns:a16="http://schemas.microsoft.com/office/drawing/2014/main" id="{294EDA28-6ECF-7925-C690-C02923BC457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193999" y="481666"/>
            <a:ext cx="3388385" cy="4699934"/>
          </a:xfrm>
          <a:prstGeom prst="rect">
            <a:avLst/>
          </a:prstGeom>
        </p:spPr>
      </p:pic>
      <p:sp>
        <p:nvSpPr>
          <p:cNvPr id="6" name="Rectangle 10">
            <a:extLst>
              <a:ext uri="{FF2B5EF4-FFF2-40B4-BE49-F238E27FC236}">
                <a16:creationId xmlns="" xmlns:a16="http://schemas.microsoft.com/office/drawing/2014/main" id="{FFBCFD01-5B6D-3BDF-CF62-5AA3DEFEB57B}"/>
              </a:ext>
            </a:extLst>
          </p:cNvPr>
          <p:cNvSpPr>
            <a:spLocks noChangeArrowheads="1"/>
          </p:cNvSpPr>
          <p:nvPr/>
        </p:nvSpPr>
        <p:spPr bwMode="auto">
          <a:xfrm>
            <a:off x="597034" y="22707600"/>
            <a:ext cx="9689966" cy="822960"/>
          </a:xfrm>
          <a:prstGeom prst="round2DiagRect">
            <a:avLst>
              <a:gd name="adj1" fmla="val 30178"/>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3600" b="1" dirty="0">
                <a:solidFill>
                  <a:schemeClr val="bg1"/>
                </a:solidFill>
                <a:latin typeface="Quattrocento" panose="02020802030000000404" pitchFamily="18" charset="0"/>
              </a:rPr>
              <a:t>Objectives</a:t>
            </a:r>
          </a:p>
        </p:txBody>
      </p:sp>
      <p:sp>
        <p:nvSpPr>
          <p:cNvPr id="7" name="Rectangle 10">
            <a:extLst>
              <a:ext uri="{FF2B5EF4-FFF2-40B4-BE49-F238E27FC236}">
                <a16:creationId xmlns="" xmlns:a16="http://schemas.microsoft.com/office/drawing/2014/main" id="{DF297CE2-54EB-00D3-27FF-7FAD31A13290}"/>
              </a:ext>
            </a:extLst>
          </p:cNvPr>
          <p:cNvSpPr>
            <a:spLocks noChangeArrowheads="1"/>
          </p:cNvSpPr>
          <p:nvPr/>
        </p:nvSpPr>
        <p:spPr bwMode="auto">
          <a:xfrm>
            <a:off x="22822034" y="26289000"/>
            <a:ext cx="9715366" cy="822960"/>
          </a:xfrm>
          <a:prstGeom prst="round2DiagRect">
            <a:avLst>
              <a:gd name="adj1" fmla="val 33555"/>
              <a:gd name="adj2" fmla="val 0"/>
            </a:avLst>
          </a:prstGeom>
          <a:solidFill>
            <a:schemeClr val="accent1"/>
          </a:solidFill>
          <a:ln w="12700">
            <a:noFill/>
            <a:miter lim="800000"/>
          </a:ln>
        </p:spPr>
        <p:txBody>
          <a:bodyPr wrap="none" lIns="205740" tIns="54864" rIns="205740" bIns="51422" anchor="ctr" anchorCtr="0"/>
          <a:lstStyle>
            <a:defPPr>
              <a:defRPr kern="1200"/>
            </a:defPPr>
          </a:lstStyle>
          <a:p>
            <a:pPr algn="ctr" defTabSz="3526941">
              <a:defRPr/>
            </a:pPr>
            <a:r>
              <a:rPr lang="en-US" sz="3600" b="1" dirty="0">
                <a:solidFill>
                  <a:schemeClr val="bg1"/>
                </a:solidFill>
                <a:latin typeface="Quattrocento" panose="02020802030000000404" pitchFamily="18" charset="0"/>
              </a:rPr>
              <a:t>Acknowledgement</a:t>
            </a:r>
          </a:p>
        </p:txBody>
      </p:sp>
      <p:sp>
        <p:nvSpPr>
          <p:cNvPr id="9" name="TextBox 8">
            <a:extLst>
              <a:ext uri="{FF2B5EF4-FFF2-40B4-BE49-F238E27FC236}">
                <a16:creationId xmlns="" xmlns:a16="http://schemas.microsoft.com/office/drawing/2014/main" id="{B82C6452-CF00-7EBC-6678-15948D742171}"/>
              </a:ext>
            </a:extLst>
          </p:cNvPr>
          <p:cNvSpPr txBox="1"/>
          <p:nvPr/>
        </p:nvSpPr>
        <p:spPr>
          <a:xfrm>
            <a:off x="22806794" y="27724745"/>
            <a:ext cx="9715366" cy="1938992"/>
          </a:xfrm>
          <a:prstGeom prst="rect">
            <a:avLst/>
          </a:prstGeom>
          <a:noFill/>
        </p:spPr>
        <p:txBody>
          <a:bodyPr wrap="square" rtlCol="0">
            <a:spAutoFit/>
          </a:bodyPr>
          <a:lstStyle>
            <a:defPPr>
              <a:defRPr kern="1200"/>
            </a:defPPr>
          </a:lstStyle>
          <a:p>
            <a:r>
              <a:rPr lang="en-US" sz="2400" dirty="0"/>
              <a:t>We express sincere thanks </a:t>
            </a:r>
            <a:r>
              <a:rPr lang="en-US" sz="2400" dirty="0" smtClean="0"/>
              <a:t>to our Project </a:t>
            </a:r>
            <a:r>
              <a:rPr lang="en-US" sz="2400" dirty="0" smtClean="0"/>
              <a:t>Guide </a:t>
            </a:r>
            <a:r>
              <a:rPr lang="en-US" sz="2400" dirty="0"/>
              <a:t>Prof. Manish </a:t>
            </a:r>
            <a:r>
              <a:rPr lang="en-US" sz="2400" dirty="0" err="1"/>
              <a:t>Vyas</a:t>
            </a:r>
            <a:r>
              <a:rPr lang="en-US" sz="2400" dirty="0" smtClean="0"/>
              <a:t>, </a:t>
            </a:r>
            <a:r>
              <a:rPr lang="en-US" sz="2400" dirty="0" smtClean="0"/>
              <a:t>Project </a:t>
            </a:r>
            <a:r>
              <a:rPr lang="en-US" sz="2400" dirty="0" err="1" smtClean="0"/>
              <a:t>Incharge</a:t>
            </a:r>
            <a:r>
              <a:rPr lang="en-US" sz="2400" dirty="0" smtClean="0"/>
              <a:t> </a:t>
            </a:r>
            <a:r>
              <a:rPr lang="en-US" sz="2400" dirty="0"/>
              <a:t>Prof. </a:t>
            </a:r>
            <a:r>
              <a:rPr lang="en-US" sz="2400" dirty="0" err="1"/>
              <a:t>Ankita</a:t>
            </a:r>
            <a:r>
              <a:rPr lang="en-US" sz="2400" dirty="0"/>
              <a:t> </a:t>
            </a:r>
            <a:r>
              <a:rPr lang="en-US" sz="2400" dirty="0" err="1" smtClean="0"/>
              <a:t>Agrawal</a:t>
            </a:r>
            <a:r>
              <a:rPr lang="en-US" sz="2400" dirty="0" smtClean="0"/>
              <a:t>, </a:t>
            </a:r>
            <a:r>
              <a:rPr lang="en-US" sz="2400" dirty="0"/>
              <a:t>Project </a:t>
            </a:r>
            <a:r>
              <a:rPr lang="en-US" sz="2400" dirty="0" smtClean="0"/>
              <a:t>Coordinator </a:t>
            </a:r>
            <a:r>
              <a:rPr lang="en-US" sz="2400" dirty="0"/>
              <a:t>Prof. Deepak Singh </a:t>
            </a:r>
            <a:r>
              <a:rPr lang="en-US" sz="2400" dirty="0" err="1" smtClean="0"/>
              <a:t>Chouhan</a:t>
            </a:r>
            <a:r>
              <a:rPr lang="en-US" sz="2400" dirty="0" smtClean="0"/>
              <a:t>, </a:t>
            </a:r>
            <a:r>
              <a:rPr lang="en-US" sz="2400" dirty="0" err="1" smtClean="0"/>
              <a:t>HoD</a:t>
            </a:r>
            <a:r>
              <a:rPr lang="en-US" sz="2400" dirty="0" smtClean="0"/>
              <a:t> </a:t>
            </a:r>
            <a:r>
              <a:rPr lang="en-US" sz="2400" dirty="0"/>
              <a:t>Dr. Prashant Lakkadwala, and the Department of Information Technology for their continuous support, guidance, and resources throughout the project.</a:t>
            </a:r>
            <a:endParaRPr lang="en-US" sz="2400" dirty="0">
              <a:latin typeface="Quattrocento Sans" panose="020B0502050000020003" pitchFamily="34" charset="0"/>
              <a:ea typeface="Open Sans" panose="020B0606030504020204" pitchFamily="34" charset="0"/>
              <a:cs typeface="Open Sans" panose="020B0606030504020204" pitchFamily="34" charset="0"/>
            </a:endParaRPr>
          </a:p>
        </p:txBody>
      </p:sp>
      <p:sp>
        <p:nvSpPr>
          <p:cNvPr id="2" name="TextBox 1"/>
          <p:cNvSpPr txBox="1"/>
          <p:nvPr/>
        </p:nvSpPr>
        <p:spPr>
          <a:xfrm>
            <a:off x="571634" y="23615928"/>
            <a:ext cx="9715366" cy="8217634"/>
          </a:xfrm>
          <a:prstGeom prst="rect">
            <a:avLst/>
          </a:prstGeom>
          <a:noFill/>
        </p:spPr>
        <p:txBody>
          <a:bodyPr wrap="square" rtlCol="0">
            <a:spAutoFit/>
          </a:bodyPr>
          <a:lstStyle/>
          <a:p>
            <a:pPr marL="342900" indent="-342900" algn="just">
              <a:buFont typeface="Arial" pitchFamily="34" charset="0"/>
              <a:buChar char="•"/>
            </a:pPr>
            <a:r>
              <a:rPr lang="en-US" sz="2400" b="1" dirty="0" smtClean="0"/>
              <a:t>Provide an interactive environment</a:t>
            </a:r>
            <a:r>
              <a:rPr lang="en-US" sz="2400" dirty="0" smtClean="0"/>
              <a:t> for learning Data Structures and Algorithms through live code execution and step-by-step visualization.</a:t>
            </a:r>
          </a:p>
          <a:p>
            <a:pPr marL="342900" indent="-342900" algn="just">
              <a:buFont typeface="Arial" pitchFamily="34" charset="0"/>
              <a:buChar char="•"/>
            </a:pPr>
            <a:r>
              <a:rPr lang="en-US" sz="2400" b="1" dirty="0" smtClean="0"/>
              <a:t>Enable runtime execution tracing</a:t>
            </a:r>
            <a:r>
              <a:rPr lang="en-US" sz="2400" dirty="0" smtClean="0"/>
              <a:t> to capture variable values, array states, swaps, and comparisons and feed them directly into the visualization engine.</a:t>
            </a:r>
          </a:p>
          <a:p>
            <a:pPr marL="342900" indent="-342900" algn="just">
              <a:buFont typeface="Arial" pitchFamily="34" charset="0"/>
              <a:buChar char="•"/>
            </a:pPr>
            <a:r>
              <a:rPr lang="en-US" sz="2400" b="1" dirty="0" smtClean="0"/>
              <a:t>Implement an Agentic AI Review System</a:t>
            </a:r>
            <a:r>
              <a:rPr lang="en-US" sz="2400" dirty="0" smtClean="0"/>
              <a:t> that autonomously invokes multiple specialized analysis tools before generating a structured review report.</a:t>
            </a:r>
          </a:p>
          <a:p>
            <a:pPr marL="342900" indent="-342900" algn="just">
              <a:buFont typeface="Arial" pitchFamily="34" charset="0"/>
              <a:buChar char="•"/>
            </a:pPr>
            <a:r>
              <a:rPr lang="en-US" sz="2400" b="1" dirty="0" smtClean="0"/>
              <a:t>Detect security vulnerabilities</a:t>
            </a:r>
            <a:r>
              <a:rPr lang="en-US" sz="2400" dirty="0" smtClean="0"/>
              <a:t> in user-submitted code using Bandit and provide actionable security recommendations.</a:t>
            </a:r>
          </a:p>
          <a:p>
            <a:pPr marL="342900" indent="-342900" algn="just">
              <a:buFont typeface="Arial" pitchFamily="34" charset="0"/>
              <a:buChar char="•"/>
            </a:pPr>
            <a:r>
              <a:rPr lang="en-US" sz="2400" b="1" dirty="0" smtClean="0"/>
              <a:t>Generate optimization recommendations</a:t>
            </a:r>
            <a:r>
              <a:rPr lang="en-US" sz="2400" dirty="0" smtClean="0"/>
              <a:t> and produce refactored implementations with improved readability, performance, and maintainability.</a:t>
            </a:r>
          </a:p>
          <a:p>
            <a:pPr marL="342900" indent="-342900" algn="just">
              <a:buFont typeface="Arial" pitchFamily="34" charset="0"/>
              <a:buChar char="•"/>
            </a:pPr>
            <a:r>
              <a:rPr lang="en-US" sz="2400" b="1" dirty="0" smtClean="0"/>
              <a:t>Demonstrate practical Agentic AI integration</a:t>
            </a:r>
            <a:r>
              <a:rPr lang="en-US" sz="2400" dirty="0" smtClean="0"/>
              <a:t> showing how an agent can pursue a goal by orchestrating tools rather than responding to a single prompt.</a:t>
            </a:r>
          </a:p>
          <a:p>
            <a:pPr algn="just"/>
            <a:endParaRPr lang="en-US" sz="2400" dirty="0"/>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25200" y="6627254"/>
            <a:ext cx="10515600" cy="13565746"/>
          </a:xfrm>
          <a:prstGeom prst="rect">
            <a:avLst/>
          </a:prstGeom>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021800" y="11225495"/>
            <a:ext cx="10896599" cy="8205505"/>
          </a:xfrm>
          <a:prstGeom prst="rect">
            <a:avLst/>
          </a:prstGeom>
        </p:spPr>
      </p:pic>
      <p:pic>
        <p:nvPicPr>
          <p:cNvPr id="4" name="Picture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125200" y="20223480"/>
            <a:ext cx="10515600" cy="10551072"/>
          </a:xfrm>
          <a:prstGeom prst="rect">
            <a:avLst/>
          </a:prstGeom>
        </p:spPr>
      </p:pic>
    </p:spTree>
  </p:cSld>
  <p:clrMapOvr>
    <a:masterClrMapping/>
  </p:clrMapOv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melancholymedallion|08-2022"/>
</p:tagLst>
</file>

<file path=ppt/theme/theme1.xml><?xml version="1.0" encoding="utf-8"?>
<a:theme xmlns:a="http://schemas.openxmlformats.org/drawingml/2006/main" name="Default Design">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3616</TotalTime>
  <Words>681</Words>
  <Application>Microsoft Office PowerPoint</Application>
  <PresentationFormat>Custom</PresentationFormat>
  <Paragraphs>31</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Quattrocento Sans</vt:lpstr>
      <vt:lpstr>Times New Roman</vt:lpstr>
      <vt:lpstr>ＭＳ Ｐゴシック</vt:lpstr>
      <vt:lpstr>Quattrocento</vt:lpstr>
      <vt:lpstr>Open Sans</vt:lpstr>
      <vt:lpstr>Default Design</vt:lpstr>
      <vt:lpstr>PowerPoint Presentation</vt:lpstr>
    </vt:vector>
  </TitlesOfParts>
  <Company>Graphicsland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example</dc:title>
  <dc:subject>Template For Scientific Poster Presentation</dc:subject>
  <dc:creator>Graphicsland/MakeSigns.com</dc:creator>
  <cp:keywords>scientific, research, template, custom, poster, presentation, symposium, printing, PowerPoint, create, design, example, sample, download</cp:keywords>
  <dc:description>Download our scientific poster templates at no cost to you and get one step closer to making a great research poster.</dc:description>
  <cp:lastModifiedBy>HP</cp:lastModifiedBy>
  <cp:revision>182</cp:revision>
  <cp:lastPrinted>2006-08-04T02:22:52Z</cp:lastPrinted>
  <dcterms:modified xsi:type="dcterms:W3CDTF">2026-06-09T04:17:25Z</dcterms:modified>
  <cp:category>science research poster</cp:category>
</cp:coreProperties>
</file>